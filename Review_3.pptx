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1" r:id="rId1"/>
  </p:sldMasterIdLst>
  <p:notesMasterIdLst>
    <p:notesMasterId r:id="rId25"/>
  </p:notesMasterIdLst>
  <p:handoutMasterIdLst>
    <p:handoutMasterId r:id="rId26"/>
  </p:handoutMasterIdLst>
  <p:sldIdLst>
    <p:sldId id="256" r:id="rId2"/>
    <p:sldId id="257" r:id="rId3"/>
    <p:sldId id="258" r:id="rId4"/>
    <p:sldId id="279" r:id="rId5"/>
    <p:sldId id="269" r:id="rId6"/>
    <p:sldId id="294" r:id="rId7"/>
    <p:sldId id="272" r:id="rId8"/>
    <p:sldId id="273" r:id="rId9"/>
    <p:sldId id="296" r:id="rId10"/>
    <p:sldId id="274" r:id="rId11"/>
    <p:sldId id="280" r:id="rId12"/>
    <p:sldId id="289" r:id="rId13"/>
    <p:sldId id="290" r:id="rId14"/>
    <p:sldId id="291" r:id="rId15"/>
    <p:sldId id="292" r:id="rId16"/>
    <p:sldId id="281" r:id="rId17"/>
    <p:sldId id="282" r:id="rId18"/>
    <p:sldId id="283" r:id="rId19"/>
    <p:sldId id="287" r:id="rId20"/>
    <p:sldId id="288" r:id="rId21"/>
    <p:sldId id="275" r:id="rId22"/>
    <p:sldId id="267" r:id="rId23"/>
    <p:sldId id="26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9BB572-20E7-4358-8798-0E59B612F6A7}" v="14" dt="2025-01-31T06:14:39.1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01" autoAdjust="0"/>
  </p:normalViewPr>
  <p:slideViewPr>
    <p:cSldViewPr snapToGrid="0">
      <p:cViewPr>
        <p:scale>
          <a:sx n="76" d="100"/>
          <a:sy n="76" d="100"/>
        </p:scale>
        <p:origin x="260" y="68"/>
      </p:cViewPr>
      <p:guideLst/>
    </p:cSldViewPr>
  </p:slideViewPr>
  <p:notesTextViewPr>
    <p:cViewPr>
      <p:scale>
        <a:sx n="1" d="1"/>
        <a:sy n="1" d="1"/>
      </p:scale>
      <p:origin x="0" y="0"/>
    </p:cViewPr>
  </p:notesTextViewPr>
  <p:notesViewPr>
    <p:cSldViewPr snapToGrid="0">
      <p:cViewPr>
        <p:scale>
          <a:sx n="70" d="100"/>
          <a:sy n="70" d="100"/>
        </p:scale>
        <p:origin x="2288" y="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nukaivalya Gudapati" userId="91c7e84e45e887cc" providerId="LiveId" clId="{4A9BB572-20E7-4358-8798-0E59B612F6A7}"/>
    <pc:docChg chg="undo custSel addSld delSld modSld">
      <pc:chgData name="Vishnukaivalya Gudapati" userId="91c7e84e45e887cc" providerId="LiveId" clId="{4A9BB572-20E7-4358-8798-0E59B612F6A7}" dt="2025-01-31T06:16:25.476" v="380" actId="20577"/>
      <pc:docMkLst>
        <pc:docMk/>
      </pc:docMkLst>
      <pc:sldChg chg="modSp mod">
        <pc:chgData name="Vishnukaivalya Gudapati" userId="91c7e84e45e887cc" providerId="LiveId" clId="{4A9BB572-20E7-4358-8798-0E59B612F6A7}" dt="2025-01-31T06:14:32.373" v="373" actId="27636"/>
        <pc:sldMkLst>
          <pc:docMk/>
          <pc:sldMk cId="3382935294" sldId="256"/>
        </pc:sldMkLst>
        <pc:spChg chg="mod">
          <ac:chgData name="Vishnukaivalya Gudapati" userId="91c7e84e45e887cc" providerId="LiveId" clId="{4A9BB572-20E7-4358-8798-0E59B612F6A7}" dt="2025-01-31T06:14:32.373" v="373" actId="27636"/>
          <ac:spMkLst>
            <pc:docMk/>
            <pc:sldMk cId="3382935294" sldId="256"/>
            <ac:spMk id="2" creationId="{1BC9472B-C7EE-82DC-53E5-5E0EBBEBC686}"/>
          </ac:spMkLst>
        </pc:spChg>
        <pc:spChg chg="mod">
          <ac:chgData name="Vishnukaivalya Gudapati" userId="91c7e84e45e887cc" providerId="LiveId" clId="{4A9BB572-20E7-4358-8798-0E59B612F6A7}" dt="2025-01-31T05:16:03.151" v="56" actId="20577"/>
          <ac:spMkLst>
            <pc:docMk/>
            <pc:sldMk cId="3382935294" sldId="256"/>
            <ac:spMk id="3" creationId="{18815C69-FBCA-5254-8703-AD0606C21C6E}"/>
          </ac:spMkLst>
        </pc:spChg>
      </pc:sldChg>
      <pc:sldChg chg="modSp mod">
        <pc:chgData name="Vishnukaivalya Gudapati" userId="91c7e84e45e887cc" providerId="LiveId" clId="{4A9BB572-20E7-4358-8798-0E59B612F6A7}" dt="2025-01-31T06:14:23.824" v="371" actId="20577"/>
        <pc:sldMkLst>
          <pc:docMk/>
          <pc:sldMk cId="2265626455" sldId="257"/>
        </pc:sldMkLst>
        <pc:spChg chg="mod">
          <ac:chgData name="Vishnukaivalya Gudapati" userId="91c7e84e45e887cc" providerId="LiveId" clId="{4A9BB572-20E7-4358-8798-0E59B612F6A7}" dt="2025-01-31T06:14:23.824" v="371" actId="20577"/>
          <ac:spMkLst>
            <pc:docMk/>
            <pc:sldMk cId="2265626455" sldId="257"/>
            <ac:spMk id="3" creationId="{305C27AC-B4F5-C1B6-E41F-A05B493D7B6A}"/>
          </ac:spMkLst>
        </pc:spChg>
      </pc:sldChg>
      <pc:sldChg chg="modSp del mod">
        <pc:chgData name="Vishnukaivalya Gudapati" userId="91c7e84e45e887cc" providerId="LiveId" clId="{4A9BB572-20E7-4358-8798-0E59B612F6A7}" dt="2025-01-31T05:39:31.710" v="68" actId="14100"/>
        <pc:sldMkLst>
          <pc:docMk/>
          <pc:sldMk cId="104204897" sldId="265"/>
        </pc:sldMkLst>
        <pc:spChg chg="mod">
          <ac:chgData name="Vishnukaivalya Gudapati" userId="91c7e84e45e887cc" providerId="LiveId" clId="{4A9BB572-20E7-4358-8798-0E59B612F6A7}" dt="2025-01-31T05:39:31.710" v="68" actId="14100"/>
          <ac:spMkLst>
            <pc:docMk/>
            <pc:sldMk cId="104204897" sldId="265"/>
            <ac:spMk id="2" creationId="{F1A93CAC-7401-21FF-6E48-0968CA665D20}"/>
          </ac:spMkLst>
        </pc:spChg>
        <pc:graphicFrameChg chg="mod modGraphic">
          <ac:chgData name="Vishnukaivalya Gudapati" userId="91c7e84e45e887cc" providerId="LiveId" clId="{4A9BB572-20E7-4358-8798-0E59B612F6A7}" dt="2025-01-31T05:39:17.560" v="66" actId="14100"/>
          <ac:graphicFrameMkLst>
            <pc:docMk/>
            <pc:sldMk cId="104204897" sldId="265"/>
            <ac:graphicFrameMk id="7" creationId="{4A7751FD-0735-5005-5895-0273FC1269F0}"/>
          </ac:graphicFrameMkLst>
        </pc:graphicFrameChg>
      </pc:sldChg>
      <pc:sldChg chg="del">
        <pc:chgData name="Vishnukaivalya Gudapati" userId="91c7e84e45e887cc" providerId="LiveId" clId="{4A9BB572-20E7-4358-8798-0E59B612F6A7}" dt="2025-01-31T05:40:10.360" v="69" actId="2696"/>
        <pc:sldMkLst>
          <pc:docMk/>
          <pc:sldMk cId="2894075795" sldId="273"/>
        </pc:sldMkLst>
      </pc:sldChg>
      <pc:sldChg chg="del">
        <pc:chgData name="Vishnukaivalya Gudapati" userId="91c7e84e45e887cc" providerId="LiveId" clId="{4A9BB572-20E7-4358-8798-0E59B612F6A7}" dt="2025-01-31T05:39:23.288" v="67" actId="2696"/>
        <pc:sldMkLst>
          <pc:docMk/>
          <pc:sldMk cId="1998186184" sldId="287"/>
        </pc:sldMkLst>
      </pc:sldChg>
      <pc:sldChg chg="addSp delSp modSp new mod modClrScheme chgLayout">
        <pc:chgData name="Vishnukaivalya Gudapati" userId="91c7e84e45e887cc" providerId="LiveId" clId="{4A9BB572-20E7-4358-8798-0E59B612F6A7}" dt="2025-01-31T06:16:25.476" v="380" actId="20577"/>
        <pc:sldMkLst>
          <pc:docMk/>
          <pc:sldMk cId="2228832221" sldId="291"/>
        </pc:sldMkLst>
        <pc:spChg chg="add mod ord">
          <ac:chgData name="Vishnukaivalya Gudapati" userId="91c7e84e45e887cc" providerId="LiveId" clId="{4A9BB572-20E7-4358-8798-0E59B612F6A7}" dt="2025-01-31T06:16:25.476" v="380" actId="20577"/>
          <ac:spMkLst>
            <pc:docMk/>
            <pc:sldMk cId="2228832221" sldId="291"/>
            <ac:spMk id="4" creationId="{6FD7190E-C34B-8C97-4F41-B363156CC4A8}"/>
          </ac:spMkLst>
        </pc:spChg>
      </pc:sldChg>
      <pc:sldChg chg="addSp delSp modSp new mod modClrScheme chgLayout">
        <pc:chgData name="Vishnukaivalya Gudapati" userId="91c7e84e45e887cc" providerId="LiveId" clId="{4A9BB572-20E7-4358-8798-0E59B612F6A7}" dt="2025-01-31T06:16:16.496" v="379" actId="20577"/>
        <pc:sldMkLst>
          <pc:docMk/>
          <pc:sldMk cId="3244887" sldId="292"/>
        </pc:sldMkLst>
        <pc:spChg chg="add mod ord">
          <ac:chgData name="Vishnukaivalya Gudapati" userId="91c7e84e45e887cc" providerId="LiveId" clId="{4A9BB572-20E7-4358-8798-0E59B612F6A7}" dt="2025-01-31T06:16:16.496" v="379" actId="20577"/>
          <ac:spMkLst>
            <pc:docMk/>
            <pc:sldMk cId="3244887" sldId="292"/>
            <ac:spMk id="4" creationId="{1A36A9BB-BA8A-259F-47ED-4950E5619CDB}"/>
          </ac:spMkLst>
        </pc:spChg>
      </pc:sldChg>
      <pc:sldChg chg="addSp delSp modSp new mod">
        <pc:chgData name="Vishnukaivalya Gudapati" userId="91c7e84e45e887cc" providerId="LiveId" clId="{4A9BB572-20E7-4358-8798-0E59B612F6A7}" dt="2025-01-31T06:15:13.342" v="375" actId="207"/>
        <pc:sldMkLst>
          <pc:docMk/>
          <pc:sldMk cId="1586054220" sldId="293"/>
        </pc:sldMkLst>
        <pc:spChg chg="mod">
          <ac:chgData name="Vishnukaivalya Gudapati" userId="91c7e84e45e887cc" providerId="LiveId" clId="{4A9BB572-20E7-4358-8798-0E59B612F6A7}" dt="2025-01-31T06:15:13.342" v="375" actId="207"/>
          <ac:spMkLst>
            <pc:docMk/>
            <pc:sldMk cId="1586054220" sldId="293"/>
            <ac:spMk id="2" creationId="{BF39C640-5688-A3D4-6DC5-B112130F6681}"/>
          </ac:spMkLst>
        </pc:spChg>
        <pc:spChg chg="del">
          <ac:chgData name="Vishnukaivalya Gudapati" userId="91c7e84e45e887cc" providerId="LiveId" clId="{4A9BB572-20E7-4358-8798-0E59B612F6A7}" dt="2025-01-31T05:52:47.782" v="104" actId="931"/>
          <ac:spMkLst>
            <pc:docMk/>
            <pc:sldMk cId="1586054220" sldId="293"/>
            <ac:spMk id="3" creationId="{94AC9690-6394-E838-E640-C16A6413EEE4}"/>
          </ac:spMkLst>
        </pc:spChg>
        <pc:picChg chg="add mod">
          <ac:chgData name="Vishnukaivalya Gudapati" userId="91c7e84e45e887cc" providerId="LiveId" clId="{4A9BB572-20E7-4358-8798-0E59B612F6A7}" dt="2025-01-31T05:54:09.816" v="109" actId="1076"/>
          <ac:picMkLst>
            <pc:docMk/>
            <pc:sldMk cId="1586054220" sldId="293"/>
            <ac:picMk id="5" creationId="{F28EDBC3-129C-B4DB-81C8-158EC1018F7C}"/>
          </ac:picMkLst>
        </pc:picChg>
      </pc:sldChg>
      <pc:sldChg chg="addSp delSp modSp new mod modClrScheme chgLayout">
        <pc:chgData name="Vishnukaivalya Gudapati" userId="91c7e84e45e887cc" providerId="LiveId" clId="{4A9BB572-20E7-4358-8798-0E59B612F6A7}" dt="2025-01-31T05:59:43.658" v="146" actId="1076"/>
        <pc:sldMkLst>
          <pc:docMk/>
          <pc:sldMk cId="1647332699" sldId="294"/>
        </pc:sldMkLst>
        <pc:spChg chg="del mod ord">
          <ac:chgData name="Vishnukaivalya Gudapati" userId="91c7e84e45e887cc" providerId="LiveId" clId="{4A9BB572-20E7-4358-8798-0E59B612F6A7}" dt="2025-01-31T05:54:32.011" v="111" actId="700"/>
          <ac:spMkLst>
            <pc:docMk/>
            <pc:sldMk cId="1647332699" sldId="294"/>
            <ac:spMk id="2" creationId="{7957C98C-881F-67AE-BA33-B1CA7CDDDA03}"/>
          </ac:spMkLst>
        </pc:spChg>
        <pc:spChg chg="del">
          <ac:chgData name="Vishnukaivalya Gudapati" userId="91c7e84e45e887cc" providerId="LiveId" clId="{4A9BB572-20E7-4358-8798-0E59B612F6A7}" dt="2025-01-31T05:54:32.011" v="111" actId="700"/>
          <ac:spMkLst>
            <pc:docMk/>
            <pc:sldMk cId="1647332699" sldId="294"/>
            <ac:spMk id="3" creationId="{3C5A8AEE-550A-8A64-49F4-EC496932F0F3}"/>
          </ac:spMkLst>
        </pc:spChg>
        <pc:spChg chg="add mod ord">
          <ac:chgData name="Vishnukaivalya Gudapati" userId="91c7e84e45e887cc" providerId="LiveId" clId="{4A9BB572-20E7-4358-8798-0E59B612F6A7}" dt="2025-01-31T05:59:43.658" v="146" actId="1076"/>
          <ac:spMkLst>
            <pc:docMk/>
            <pc:sldMk cId="1647332699" sldId="294"/>
            <ac:spMk id="4" creationId="{8F41B753-1079-BBB7-7147-D333BCD732F7}"/>
          </ac:spMkLst>
        </pc:spChg>
        <pc:picChg chg="add mod">
          <ac:chgData name="Vishnukaivalya Gudapati" userId="91c7e84e45e887cc" providerId="LiveId" clId="{4A9BB572-20E7-4358-8798-0E59B612F6A7}" dt="2025-01-31T05:59:40.116" v="145" actId="1076"/>
          <ac:picMkLst>
            <pc:docMk/>
            <pc:sldMk cId="1647332699" sldId="294"/>
            <ac:picMk id="6" creationId="{80031A91-77CC-144A-F2C8-AA75A36C87AC}"/>
          </ac:picMkLst>
        </pc:picChg>
      </pc:sldChg>
      <pc:sldChg chg="addSp modSp new mod">
        <pc:chgData name="Vishnukaivalya Gudapati" userId="91c7e84e45e887cc" providerId="LiveId" clId="{4A9BB572-20E7-4358-8798-0E59B612F6A7}" dt="2025-01-31T06:01:05.428" v="165" actId="1076"/>
        <pc:sldMkLst>
          <pc:docMk/>
          <pc:sldMk cId="2258445501" sldId="295"/>
        </pc:sldMkLst>
        <pc:spChg chg="mod">
          <ac:chgData name="Vishnukaivalya Gudapati" userId="91c7e84e45e887cc" providerId="LiveId" clId="{4A9BB572-20E7-4358-8798-0E59B612F6A7}" dt="2025-01-31T06:01:00.746" v="164" actId="1076"/>
          <ac:spMkLst>
            <pc:docMk/>
            <pc:sldMk cId="2258445501" sldId="295"/>
            <ac:spMk id="2" creationId="{C6D68D5C-006D-3E4F-38F1-A386B941ACD2}"/>
          </ac:spMkLst>
        </pc:spChg>
        <pc:picChg chg="add mod">
          <ac:chgData name="Vishnukaivalya Gudapati" userId="91c7e84e45e887cc" providerId="LiveId" clId="{4A9BB572-20E7-4358-8798-0E59B612F6A7}" dt="2025-01-31T06:01:05.428" v="165" actId="1076"/>
          <ac:picMkLst>
            <pc:docMk/>
            <pc:sldMk cId="2258445501" sldId="295"/>
            <ac:picMk id="4" creationId="{1CEC003E-682C-73DF-08C5-A5948CC058F5}"/>
          </ac:picMkLst>
        </pc:picChg>
      </pc:sldChg>
      <pc:sldChg chg="addSp modSp new mod">
        <pc:chgData name="Vishnukaivalya Gudapati" userId="91c7e84e45e887cc" providerId="LiveId" clId="{4A9BB572-20E7-4358-8798-0E59B612F6A7}" dt="2025-01-31T06:00:44.372" v="161" actId="14100"/>
        <pc:sldMkLst>
          <pc:docMk/>
          <pc:sldMk cId="34675155" sldId="296"/>
        </pc:sldMkLst>
        <pc:spChg chg="mod">
          <ac:chgData name="Vishnukaivalya Gudapati" userId="91c7e84e45e887cc" providerId="LiveId" clId="{4A9BB572-20E7-4358-8798-0E59B612F6A7}" dt="2025-01-31T06:00:40.365" v="160" actId="14100"/>
          <ac:spMkLst>
            <pc:docMk/>
            <pc:sldMk cId="34675155" sldId="296"/>
            <ac:spMk id="2" creationId="{F5B80483-44CD-FCBD-43B1-E7518F41B373}"/>
          </ac:spMkLst>
        </pc:spChg>
        <pc:picChg chg="add mod">
          <ac:chgData name="Vishnukaivalya Gudapati" userId="91c7e84e45e887cc" providerId="LiveId" clId="{4A9BB572-20E7-4358-8798-0E59B612F6A7}" dt="2025-01-31T06:00:44.372" v="161" actId="14100"/>
          <ac:picMkLst>
            <pc:docMk/>
            <pc:sldMk cId="34675155" sldId="296"/>
            <ac:picMk id="4" creationId="{3F2B29A3-66F2-1F76-015E-53535B24F2E8}"/>
          </ac:picMkLst>
        </pc:picChg>
      </pc:sldChg>
      <pc:sldChg chg="addSp modSp new mod">
        <pc:chgData name="Vishnukaivalya Gudapati" userId="91c7e84e45e887cc" providerId="LiveId" clId="{4A9BB572-20E7-4358-8798-0E59B612F6A7}" dt="2025-01-31T06:01:19.039" v="169" actId="14100"/>
        <pc:sldMkLst>
          <pc:docMk/>
          <pc:sldMk cId="2305765260" sldId="297"/>
        </pc:sldMkLst>
        <pc:spChg chg="mod">
          <ac:chgData name="Vishnukaivalya Gudapati" userId="91c7e84e45e887cc" providerId="LiveId" clId="{4A9BB572-20E7-4358-8798-0E59B612F6A7}" dt="2025-01-31T05:57:23.582" v="132" actId="14100"/>
          <ac:spMkLst>
            <pc:docMk/>
            <pc:sldMk cId="2305765260" sldId="297"/>
            <ac:spMk id="2" creationId="{2ADC5868-A170-B953-B9CA-26CB48E74A4D}"/>
          </ac:spMkLst>
        </pc:spChg>
        <pc:picChg chg="add mod">
          <ac:chgData name="Vishnukaivalya Gudapati" userId="91c7e84e45e887cc" providerId="LiveId" clId="{4A9BB572-20E7-4358-8798-0E59B612F6A7}" dt="2025-01-31T06:01:19.039" v="169" actId="14100"/>
          <ac:picMkLst>
            <pc:docMk/>
            <pc:sldMk cId="2305765260" sldId="297"/>
            <ac:picMk id="4" creationId="{E5AA6F56-BB51-6A0C-0184-C248F22AF678}"/>
          </ac:picMkLst>
        </pc:picChg>
      </pc:sldChg>
      <pc:sldChg chg="addSp modSp new mod">
        <pc:chgData name="Vishnukaivalya Gudapati" userId="91c7e84e45e887cc" providerId="LiveId" clId="{4A9BB572-20E7-4358-8798-0E59B612F6A7}" dt="2025-01-31T06:01:41.156" v="175" actId="14100"/>
        <pc:sldMkLst>
          <pc:docMk/>
          <pc:sldMk cId="715373546" sldId="298"/>
        </pc:sldMkLst>
        <pc:spChg chg="mod">
          <ac:chgData name="Vishnukaivalya Gudapati" userId="91c7e84e45e887cc" providerId="LiveId" clId="{4A9BB572-20E7-4358-8798-0E59B612F6A7}" dt="2025-01-31T06:01:41.156" v="175" actId="14100"/>
          <ac:spMkLst>
            <pc:docMk/>
            <pc:sldMk cId="715373546" sldId="298"/>
            <ac:spMk id="2" creationId="{E0D60134-67D2-D285-BFA7-6B08364DE9B4}"/>
          </ac:spMkLst>
        </pc:spChg>
        <pc:picChg chg="add mod">
          <ac:chgData name="Vishnukaivalya Gudapati" userId="91c7e84e45e887cc" providerId="LiveId" clId="{4A9BB572-20E7-4358-8798-0E59B612F6A7}" dt="2025-01-31T06:01:29.505" v="171" actId="14100"/>
          <ac:picMkLst>
            <pc:docMk/>
            <pc:sldMk cId="715373546" sldId="298"/>
            <ac:picMk id="4" creationId="{1C835AFE-EA5E-31EE-0CEB-E63A482BE86E}"/>
          </ac:picMkLst>
        </pc:picChg>
      </pc:sldChg>
      <pc:sldChg chg="addSp modSp new mod">
        <pc:chgData name="Vishnukaivalya Gudapati" userId="91c7e84e45e887cc" providerId="LiveId" clId="{4A9BB572-20E7-4358-8798-0E59B612F6A7}" dt="2025-01-31T06:02:01.607" v="181" actId="1076"/>
        <pc:sldMkLst>
          <pc:docMk/>
          <pc:sldMk cId="3202197533" sldId="299"/>
        </pc:sldMkLst>
        <pc:spChg chg="mod">
          <ac:chgData name="Vishnukaivalya Gudapati" userId="91c7e84e45e887cc" providerId="LiveId" clId="{4A9BB572-20E7-4358-8798-0E59B612F6A7}" dt="2025-01-31T06:01:54.355" v="178" actId="1076"/>
          <ac:spMkLst>
            <pc:docMk/>
            <pc:sldMk cId="3202197533" sldId="299"/>
            <ac:spMk id="2" creationId="{13C7BF28-92A1-394E-F1B9-C579FC07B5AA}"/>
          </ac:spMkLst>
        </pc:spChg>
        <pc:picChg chg="add mod">
          <ac:chgData name="Vishnukaivalya Gudapati" userId="91c7e84e45e887cc" providerId="LiveId" clId="{4A9BB572-20E7-4358-8798-0E59B612F6A7}" dt="2025-01-31T06:02:01.607" v="181" actId="1076"/>
          <ac:picMkLst>
            <pc:docMk/>
            <pc:sldMk cId="3202197533" sldId="299"/>
            <ac:picMk id="4" creationId="{DBFF121B-89E2-A427-8236-CFA2AEDA6635}"/>
          </ac:picMkLst>
        </pc:picChg>
      </pc:sldChg>
      <pc:sldChg chg="addSp delSp modSp new mod chgLayout">
        <pc:chgData name="Vishnukaivalya Gudapati" userId="91c7e84e45e887cc" providerId="LiveId" clId="{4A9BB572-20E7-4358-8798-0E59B612F6A7}" dt="2025-01-31T06:03:27.475" v="207" actId="1076"/>
        <pc:sldMkLst>
          <pc:docMk/>
          <pc:sldMk cId="3096050976" sldId="300"/>
        </pc:sldMkLst>
        <pc:spChg chg="del mod">
          <ac:chgData name="Vishnukaivalya Gudapati" userId="91c7e84e45e887cc" providerId="LiveId" clId="{4A9BB572-20E7-4358-8798-0E59B612F6A7}" dt="2025-01-31T06:03:00.651" v="197" actId="700"/>
          <ac:spMkLst>
            <pc:docMk/>
            <pc:sldMk cId="3096050976" sldId="300"/>
            <ac:spMk id="2" creationId="{C0E74FFF-6439-E529-C348-73EF53415191}"/>
          </ac:spMkLst>
        </pc:spChg>
        <pc:spChg chg="add mod ord">
          <ac:chgData name="Vishnukaivalya Gudapati" userId="91c7e84e45e887cc" providerId="LiveId" clId="{4A9BB572-20E7-4358-8798-0E59B612F6A7}" dt="2025-01-31T06:03:16.482" v="202" actId="14100"/>
          <ac:spMkLst>
            <pc:docMk/>
            <pc:sldMk cId="3096050976" sldId="300"/>
            <ac:spMk id="5" creationId="{0E90E66B-9FAE-22A8-46F7-6EEF9DCB00DD}"/>
          </ac:spMkLst>
        </pc:spChg>
        <pc:picChg chg="add del mod">
          <ac:chgData name="Vishnukaivalya Gudapati" userId="91c7e84e45e887cc" providerId="LiveId" clId="{4A9BB572-20E7-4358-8798-0E59B612F6A7}" dt="2025-01-31T06:02:55.038" v="196" actId="478"/>
          <ac:picMkLst>
            <pc:docMk/>
            <pc:sldMk cId="3096050976" sldId="300"/>
            <ac:picMk id="4" creationId="{394277DF-C0E6-D899-55BE-652368F3B8A7}"/>
          </ac:picMkLst>
        </pc:picChg>
        <pc:picChg chg="add mod">
          <ac:chgData name="Vishnukaivalya Gudapati" userId="91c7e84e45e887cc" providerId="LiveId" clId="{4A9BB572-20E7-4358-8798-0E59B612F6A7}" dt="2025-01-31T06:03:27.475" v="207" actId="1076"/>
          <ac:picMkLst>
            <pc:docMk/>
            <pc:sldMk cId="3096050976" sldId="300"/>
            <ac:picMk id="6" creationId="{A3C64AE5-4CB6-1A34-F858-F823F8A5996C}"/>
          </ac:picMkLst>
        </pc:picChg>
      </pc:sldChg>
      <pc:sldChg chg="addSp delSp modSp new mod modClrScheme chgLayout">
        <pc:chgData name="Vishnukaivalya Gudapati" userId="91c7e84e45e887cc" providerId="LiveId" clId="{4A9BB572-20E7-4358-8798-0E59B612F6A7}" dt="2025-01-31T06:15:22.335" v="376" actId="207"/>
        <pc:sldMkLst>
          <pc:docMk/>
          <pc:sldMk cId="1167173745" sldId="301"/>
        </pc:sldMkLst>
        <pc:spChg chg="del mod ord">
          <ac:chgData name="Vishnukaivalya Gudapati" userId="91c7e84e45e887cc" providerId="LiveId" clId="{4A9BB572-20E7-4358-8798-0E59B612F6A7}" dt="2025-01-31T06:04:07.343" v="209" actId="700"/>
          <ac:spMkLst>
            <pc:docMk/>
            <pc:sldMk cId="1167173745" sldId="301"/>
            <ac:spMk id="2" creationId="{D1AC8321-FEFB-2909-91BE-A7EB95D94341}"/>
          </ac:spMkLst>
        </pc:spChg>
        <pc:spChg chg="add mod ord">
          <ac:chgData name="Vishnukaivalya Gudapati" userId="91c7e84e45e887cc" providerId="LiveId" clId="{4A9BB572-20E7-4358-8798-0E59B612F6A7}" dt="2025-01-31T06:15:22.335" v="376" actId="207"/>
          <ac:spMkLst>
            <pc:docMk/>
            <pc:sldMk cId="1167173745" sldId="301"/>
            <ac:spMk id="3" creationId="{BC4033E1-D053-1A93-1A03-A325C890B5E5}"/>
          </ac:spMkLst>
        </pc:spChg>
        <pc:spChg chg="add del mod ord">
          <ac:chgData name="Vishnukaivalya Gudapati" userId="91c7e84e45e887cc" providerId="LiveId" clId="{4A9BB572-20E7-4358-8798-0E59B612F6A7}" dt="2025-01-31T06:04:58.350" v="237" actId="931"/>
          <ac:spMkLst>
            <pc:docMk/>
            <pc:sldMk cId="1167173745" sldId="301"/>
            <ac:spMk id="4" creationId="{3F19DD27-5D6C-126D-6AA5-43E9D74A154C}"/>
          </ac:spMkLst>
        </pc:spChg>
        <pc:picChg chg="add mod">
          <ac:chgData name="Vishnukaivalya Gudapati" userId="91c7e84e45e887cc" providerId="LiveId" clId="{4A9BB572-20E7-4358-8798-0E59B612F6A7}" dt="2025-01-31T06:05:09.829" v="240" actId="1076"/>
          <ac:picMkLst>
            <pc:docMk/>
            <pc:sldMk cId="1167173745" sldId="301"/>
            <ac:picMk id="6" creationId="{52194720-6441-CD12-7ACB-F1C3EB04F914}"/>
          </ac:picMkLst>
        </pc:picChg>
      </pc:sldChg>
      <pc:sldChg chg="addSp delSp modSp new mod modClrScheme chgLayout">
        <pc:chgData name="Vishnukaivalya Gudapati" userId="91c7e84e45e887cc" providerId="LiveId" clId="{4A9BB572-20E7-4358-8798-0E59B612F6A7}" dt="2025-01-31T06:13:11.796" v="304" actId="1076"/>
        <pc:sldMkLst>
          <pc:docMk/>
          <pc:sldMk cId="597900722" sldId="302"/>
        </pc:sldMkLst>
        <pc:spChg chg="del mod ord">
          <ac:chgData name="Vishnukaivalya Gudapati" userId="91c7e84e45e887cc" providerId="LiveId" clId="{4A9BB572-20E7-4358-8798-0E59B612F6A7}" dt="2025-01-31T06:05:40.969" v="244" actId="700"/>
          <ac:spMkLst>
            <pc:docMk/>
            <pc:sldMk cId="597900722" sldId="302"/>
            <ac:spMk id="2" creationId="{BC2C3922-BFE1-C3A8-C3CD-539987AD0B2D}"/>
          </ac:spMkLst>
        </pc:spChg>
        <pc:spChg chg="del">
          <ac:chgData name="Vishnukaivalya Gudapati" userId="91c7e84e45e887cc" providerId="LiveId" clId="{4A9BB572-20E7-4358-8798-0E59B612F6A7}" dt="2025-01-31T06:05:40.969" v="244" actId="700"/>
          <ac:spMkLst>
            <pc:docMk/>
            <pc:sldMk cId="597900722" sldId="302"/>
            <ac:spMk id="3" creationId="{694047D9-1394-8936-9390-9A78B5E07805}"/>
          </ac:spMkLst>
        </pc:spChg>
        <pc:spChg chg="add mod ord">
          <ac:chgData name="Vishnukaivalya Gudapati" userId="91c7e84e45e887cc" providerId="LiveId" clId="{4A9BB572-20E7-4358-8798-0E59B612F6A7}" dt="2025-01-31T06:13:02.959" v="302" actId="20577"/>
          <ac:spMkLst>
            <pc:docMk/>
            <pc:sldMk cId="597900722" sldId="302"/>
            <ac:spMk id="4" creationId="{FE66EC71-B80F-B0A6-11D4-70161CEB0854}"/>
          </ac:spMkLst>
        </pc:spChg>
        <pc:picChg chg="add mod modCrop">
          <ac:chgData name="Vishnukaivalya Gudapati" userId="91c7e84e45e887cc" providerId="LiveId" clId="{4A9BB572-20E7-4358-8798-0E59B612F6A7}" dt="2025-01-31T06:13:11.796" v="304" actId="1076"/>
          <ac:picMkLst>
            <pc:docMk/>
            <pc:sldMk cId="597900722" sldId="302"/>
            <ac:picMk id="6" creationId="{564FB2B0-82A8-22E5-73FC-336EEF64036A}"/>
          </ac:picMkLst>
        </pc:picChg>
      </pc:sldChg>
    </pc:docChg>
  </pc:docChgLst>
  <pc:docChgLst>
    <pc:chgData name="Vishnukaivalya Gudapati" userId="91c7e84e45e887cc" providerId="LiveId" clId="{3F0CE3EB-0EEF-4BDC-A382-67035D70A2A2}"/>
    <pc:docChg chg="custSel addSld delSld modSld">
      <pc:chgData name="Vishnukaivalya Gudapati" userId="91c7e84e45e887cc" providerId="LiveId" clId="{3F0CE3EB-0EEF-4BDC-A382-67035D70A2A2}" dt="2025-01-24T04:13:24.128" v="107" actId="2696"/>
      <pc:docMkLst>
        <pc:docMk/>
      </pc:docMkLst>
      <pc:sldChg chg="modSp mod">
        <pc:chgData name="Vishnukaivalya Gudapati" userId="91c7e84e45e887cc" providerId="LiveId" clId="{3F0CE3EB-0EEF-4BDC-A382-67035D70A2A2}" dt="2025-01-24T04:08:22.596" v="27" actId="207"/>
        <pc:sldMkLst>
          <pc:docMk/>
          <pc:sldMk cId="4291260826" sldId="270"/>
        </pc:sldMkLst>
        <pc:spChg chg="mod">
          <ac:chgData name="Vishnukaivalya Gudapati" userId="91c7e84e45e887cc" providerId="LiveId" clId="{3F0CE3EB-0EEF-4BDC-A382-67035D70A2A2}" dt="2025-01-24T04:08:22.596" v="27" actId="207"/>
          <ac:spMkLst>
            <pc:docMk/>
            <pc:sldMk cId="4291260826" sldId="270"/>
            <ac:spMk id="2" creationId="{B06D850D-72C0-E8D5-5EBB-3065CB63BBB7}"/>
          </ac:spMkLst>
        </pc:spChg>
      </pc:sldChg>
      <pc:sldChg chg="modSp mod">
        <pc:chgData name="Vishnukaivalya Gudapati" userId="91c7e84e45e887cc" providerId="LiveId" clId="{3F0CE3EB-0EEF-4BDC-A382-67035D70A2A2}" dt="2025-01-24T04:08:06.725" v="25" actId="207"/>
        <pc:sldMkLst>
          <pc:docMk/>
          <pc:sldMk cId="2568791214" sldId="272"/>
        </pc:sldMkLst>
        <pc:spChg chg="mod">
          <ac:chgData name="Vishnukaivalya Gudapati" userId="91c7e84e45e887cc" providerId="LiveId" clId="{3F0CE3EB-0EEF-4BDC-A382-67035D70A2A2}" dt="2025-01-24T04:08:06.725" v="25" actId="207"/>
          <ac:spMkLst>
            <pc:docMk/>
            <pc:sldMk cId="2568791214" sldId="272"/>
            <ac:spMk id="2" creationId="{DB8C954E-A56D-F0E5-064E-D96258774953}"/>
          </ac:spMkLst>
        </pc:spChg>
      </pc:sldChg>
      <pc:sldChg chg="modSp mod">
        <pc:chgData name="Vishnukaivalya Gudapati" userId="91c7e84e45e887cc" providerId="LiveId" clId="{3F0CE3EB-0EEF-4BDC-A382-67035D70A2A2}" dt="2025-01-24T04:08:13.419" v="26" actId="207"/>
        <pc:sldMkLst>
          <pc:docMk/>
          <pc:sldMk cId="2751555812" sldId="279"/>
        </pc:sldMkLst>
        <pc:spChg chg="mod">
          <ac:chgData name="Vishnukaivalya Gudapati" userId="91c7e84e45e887cc" providerId="LiveId" clId="{3F0CE3EB-0EEF-4BDC-A382-67035D70A2A2}" dt="2025-01-24T04:08:13.419" v="26" actId="207"/>
          <ac:spMkLst>
            <pc:docMk/>
            <pc:sldMk cId="2751555812" sldId="279"/>
            <ac:spMk id="2" creationId="{D85652D6-301A-4FCC-B9C1-1CD2866F7C3F}"/>
          </ac:spMkLst>
        </pc:spChg>
        <pc:spChg chg="mod">
          <ac:chgData name="Vishnukaivalya Gudapati" userId="91c7e84e45e887cc" providerId="LiveId" clId="{3F0CE3EB-0EEF-4BDC-A382-67035D70A2A2}" dt="2025-01-24T04:06:10.105" v="8" actId="27636"/>
          <ac:spMkLst>
            <pc:docMk/>
            <pc:sldMk cId="2751555812" sldId="279"/>
            <ac:spMk id="3" creationId="{F4F24AF2-23C8-491A-B14A-5C4D2C02A91C}"/>
          </ac:spMkLst>
        </pc:spChg>
      </pc:sldChg>
      <pc:sldChg chg="modSp del mod">
        <pc:chgData name="Vishnukaivalya Gudapati" userId="91c7e84e45e887cc" providerId="LiveId" clId="{3F0CE3EB-0EEF-4BDC-A382-67035D70A2A2}" dt="2025-01-24T04:06:22.794" v="10" actId="2696"/>
        <pc:sldMkLst>
          <pc:docMk/>
          <pc:sldMk cId="3399550812" sldId="280"/>
        </pc:sldMkLst>
      </pc:sldChg>
      <pc:sldChg chg="modSp mod">
        <pc:chgData name="Vishnukaivalya Gudapati" userId="91c7e84e45e887cc" providerId="LiveId" clId="{3F0CE3EB-0EEF-4BDC-A382-67035D70A2A2}" dt="2025-01-24T04:09:17.371" v="36" actId="5793"/>
        <pc:sldMkLst>
          <pc:docMk/>
          <pc:sldMk cId="2569041089" sldId="281"/>
        </pc:sldMkLst>
        <pc:spChg chg="mod">
          <ac:chgData name="Vishnukaivalya Gudapati" userId="91c7e84e45e887cc" providerId="LiveId" clId="{3F0CE3EB-0EEF-4BDC-A382-67035D70A2A2}" dt="2025-01-24T04:09:17.371" v="36" actId="5793"/>
          <ac:spMkLst>
            <pc:docMk/>
            <pc:sldMk cId="2569041089" sldId="281"/>
            <ac:spMk id="3" creationId="{70848A6E-D4C4-4E07-9D66-AE242BEBEF4A}"/>
          </ac:spMkLst>
        </pc:spChg>
      </pc:sldChg>
      <pc:sldChg chg="modSp mod">
        <pc:chgData name="Vishnukaivalya Gudapati" userId="91c7e84e45e887cc" providerId="LiveId" clId="{3F0CE3EB-0EEF-4BDC-A382-67035D70A2A2}" dt="2025-01-24T04:08:27.649" v="28" actId="207"/>
        <pc:sldMkLst>
          <pc:docMk/>
          <pc:sldMk cId="1238515588" sldId="282"/>
        </pc:sldMkLst>
        <pc:spChg chg="mod">
          <ac:chgData name="Vishnukaivalya Gudapati" userId="91c7e84e45e887cc" providerId="LiveId" clId="{3F0CE3EB-0EEF-4BDC-A382-67035D70A2A2}" dt="2025-01-24T04:08:27.649" v="28" actId="207"/>
          <ac:spMkLst>
            <pc:docMk/>
            <pc:sldMk cId="1238515588" sldId="282"/>
            <ac:spMk id="2" creationId="{F5A9E00D-D281-6A69-696E-50625187AD21}"/>
          </ac:spMkLst>
        </pc:spChg>
      </pc:sldChg>
      <pc:sldChg chg="modSp mod">
        <pc:chgData name="Vishnukaivalya Gudapati" userId="91c7e84e45e887cc" providerId="LiveId" clId="{3F0CE3EB-0EEF-4BDC-A382-67035D70A2A2}" dt="2025-01-24T04:08:34.263" v="29" actId="207"/>
        <pc:sldMkLst>
          <pc:docMk/>
          <pc:sldMk cId="3942270771" sldId="285"/>
        </pc:sldMkLst>
        <pc:spChg chg="mod">
          <ac:chgData name="Vishnukaivalya Gudapati" userId="91c7e84e45e887cc" providerId="LiveId" clId="{3F0CE3EB-0EEF-4BDC-A382-67035D70A2A2}" dt="2025-01-24T04:08:34.263" v="29" actId="207"/>
          <ac:spMkLst>
            <pc:docMk/>
            <pc:sldMk cId="3942270771" sldId="285"/>
            <ac:spMk id="2" creationId="{3E353CA9-DB90-233D-2E37-02D4176F63C4}"/>
          </ac:spMkLst>
        </pc:spChg>
      </pc:sldChg>
      <pc:sldChg chg="modSp mod">
        <pc:chgData name="Vishnukaivalya Gudapati" userId="91c7e84e45e887cc" providerId="LiveId" clId="{3F0CE3EB-0EEF-4BDC-A382-67035D70A2A2}" dt="2025-01-24T04:08:42.475" v="30" actId="207"/>
        <pc:sldMkLst>
          <pc:docMk/>
          <pc:sldMk cId="2399714219" sldId="286"/>
        </pc:sldMkLst>
        <pc:spChg chg="mod">
          <ac:chgData name="Vishnukaivalya Gudapati" userId="91c7e84e45e887cc" providerId="LiveId" clId="{3F0CE3EB-0EEF-4BDC-A382-67035D70A2A2}" dt="2025-01-24T04:08:42.475" v="30" actId="207"/>
          <ac:spMkLst>
            <pc:docMk/>
            <pc:sldMk cId="2399714219" sldId="286"/>
            <ac:spMk id="2" creationId="{76C9D18F-486E-7B31-C9AD-34F2364AF019}"/>
          </ac:spMkLst>
        </pc:spChg>
      </pc:sldChg>
      <pc:sldChg chg="modSp mod">
        <pc:chgData name="Vishnukaivalya Gudapati" userId="91c7e84e45e887cc" providerId="LiveId" clId="{3F0CE3EB-0EEF-4BDC-A382-67035D70A2A2}" dt="2025-01-24T04:05:44.932" v="6" actId="255"/>
        <pc:sldMkLst>
          <pc:docMk/>
          <pc:sldMk cId="2858773661" sldId="288"/>
        </pc:sldMkLst>
        <pc:spChg chg="mod">
          <ac:chgData name="Vishnukaivalya Gudapati" userId="91c7e84e45e887cc" providerId="LiveId" clId="{3F0CE3EB-0EEF-4BDC-A382-67035D70A2A2}" dt="2025-01-24T04:05:44.932" v="6" actId="255"/>
          <ac:spMkLst>
            <pc:docMk/>
            <pc:sldMk cId="2858773661" sldId="288"/>
            <ac:spMk id="4" creationId="{A4908F09-F1AD-C796-2F53-6E296C277ACE}"/>
          </ac:spMkLst>
        </pc:spChg>
      </pc:sldChg>
      <pc:sldChg chg="modSp new mod">
        <pc:chgData name="Vishnukaivalya Gudapati" userId="91c7e84e45e887cc" providerId="LiveId" clId="{3F0CE3EB-0EEF-4BDC-A382-67035D70A2A2}" dt="2025-01-24T04:11:54.433" v="78" actId="14100"/>
        <pc:sldMkLst>
          <pc:docMk/>
          <pc:sldMk cId="754877597" sldId="289"/>
        </pc:sldMkLst>
        <pc:spChg chg="mod">
          <ac:chgData name="Vishnukaivalya Gudapati" userId="91c7e84e45e887cc" providerId="LiveId" clId="{3F0CE3EB-0EEF-4BDC-A382-67035D70A2A2}" dt="2025-01-24T04:11:54.433" v="78" actId="14100"/>
          <ac:spMkLst>
            <pc:docMk/>
            <pc:sldMk cId="754877597" sldId="289"/>
            <ac:spMk id="2" creationId="{F6ABAC42-7DDE-F6D2-289E-22B24397F1A9}"/>
          </ac:spMkLst>
        </pc:spChg>
        <pc:spChg chg="mod">
          <ac:chgData name="Vishnukaivalya Gudapati" userId="91c7e84e45e887cc" providerId="LiveId" clId="{3F0CE3EB-0EEF-4BDC-A382-67035D70A2A2}" dt="2025-01-24T04:11:41.125" v="73" actId="14100"/>
          <ac:spMkLst>
            <pc:docMk/>
            <pc:sldMk cId="754877597" sldId="289"/>
            <ac:spMk id="3" creationId="{2CEDA91A-09F9-2762-75E8-255843C1C828}"/>
          </ac:spMkLst>
        </pc:spChg>
      </pc:sldChg>
      <pc:sldChg chg="modSp new mod">
        <pc:chgData name="Vishnukaivalya Gudapati" userId="91c7e84e45e887cc" providerId="LiveId" clId="{3F0CE3EB-0EEF-4BDC-A382-67035D70A2A2}" dt="2025-01-24T04:12:42.583" v="91" actId="123"/>
        <pc:sldMkLst>
          <pc:docMk/>
          <pc:sldMk cId="3282509698" sldId="290"/>
        </pc:sldMkLst>
        <pc:spChg chg="mod">
          <ac:chgData name="Vishnukaivalya Gudapati" userId="91c7e84e45e887cc" providerId="LiveId" clId="{3F0CE3EB-0EEF-4BDC-A382-67035D70A2A2}" dt="2025-01-24T04:10:12.080" v="54" actId="2711"/>
          <ac:spMkLst>
            <pc:docMk/>
            <pc:sldMk cId="3282509698" sldId="290"/>
            <ac:spMk id="2" creationId="{9ADE8F2B-E2C0-26DC-E94C-6D68EE238A5E}"/>
          </ac:spMkLst>
        </pc:spChg>
        <pc:spChg chg="mod">
          <ac:chgData name="Vishnukaivalya Gudapati" userId="91c7e84e45e887cc" providerId="LiveId" clId="{3F0CE3EB-0EEF-4BDC-A382-67035D70A2A2}" dt="2025-01-24T04:12:42.583" v="91" actId="123"/>
          <ac:spMkLst>
            <pc:docMk/>
            <pc:sldMk cId="3282509698" sldId="290"/>
            <ac:spMk id="3" creationId="{3D50CD30-91DE-EB42-96C8-D336E334E313}"/>
          </ac:spMkLst>
        </pc:spChg>
      </pc:sldChg>
      <pc:sldChg chg="modSp new del mod">
        <pc:chgData name="Vishnukaivalya Gudapati" userId="91c7e84e45e887cc" providerId="LiveId" clId="{3F0CE3EB-0EEF-4BDC-A382-67035D70A2A2}" dt="2025-01-24T04:13:24.128" v="107" actId="2696"/>
        <pc:sldMkLst>
          <pc:docMk/>
          <pc:sldMk cId="2592795308" sldId="29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092957-D1BB-F438-3DA9-127998CD38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RDHEI based on Multi-MSB &amp; Huffman Coding</a:t>
            </a:r>
            <a:endParaRPr lang="en-IN"/>
          </a:p>
        </p:txBody>
      </p:sp>
      <p:sp>
        <p:nvSpPr>
          <p:cNvPr id="3" name="Date Placeholder 2">
            <a:extLst>
              <a:ext uri="{FF2B5EF4-FFF2-40B4-BE49-F238E27FC236}">
                <a16:creationId xmlns:a16="http://schemas.microsoft.com/office/drawing/2014/main" id="{FF5788E9-44AC-935A-BBB2-79F5D00E96C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A9DEDE7-EB19-4F69-8F17-89DCA9C26C4E}" type="datetime1">
              <a:rPr lang="en-IN" smtClean="0"/>
              <a:t>12-06-2025</a:t>
            </a:fld>
            <a:endParaRPr lang="en-IN"/>
          </a:p>
        </p:txBody>
      </p:sp>
      <p:sp>
        <p:nvSpPr>
          <p:cNvPr id="4" name="Footer Placeholder 3">
            <a:extLst>
              <a:ext uri="{FF2B5EF4-FFF2-40B4-BE49-F238E27FC236}">
                <a16:creationId xmlns:a16="http://schemas.microsoft.com/office/drawing/2014/main" id="{0598DF4A-8B17-E83D-547C-68C10A7B7B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2A76F5CD-B2CE-C56C-A8C9-AFA8AEEBCDC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E6A796-F10B-403E-A1C7-FBA15283D293}" type="slidenum">
              <a:rPr lang="en-IN" smtClean="0"/>
              <a:t>‹#›</a:t>
            </a:fld>
            <a:endParaRPr lang="en-IN"/>
          </a:p>
        </p:txBody>
      </p:sp>
    </p:spTree>
    <p:extLst>
      <p:ext uri="{BB962C8B-B14F-4D97-AF65-F5344CB8AC3E}">
        <p14:creationId xmlns:p14="http://schemas.microsoft.com/office/powerpoint/2010/main" val="4176697662"/>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RDHEI based on Multi-MSB &amp; Huffman Coding</a:t>
            </a: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137FF0-9E6D-4671-A48F-7174CB25A569}" type="datetime1">
              <a:rPr lang="en-IN" smtClean="0"/>
              <a:t>12-06-2025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5236C0-4AED-4849-B5D4-C4C6A2D2D527}" type="slidenum">
              <a:rPr lang="en-IN" smtClean="0"/>
              <a:t>‹#›</a:t>
            </a:fld>
            <a:endParaRPr lang="en-IN"/>
          </a:p>
        </p:txBody>
      </p:sp>
    </p:spTree>
    <p:extLst>
      <p:ext uri="{BB962C8B-B14F-4D97-AF65-F5344CB8AC3E}">
        <p14:creationId xmlns:p14="http://schemas.microsoft.com/office/powerpoint/2010/main" val="302135389"/>
      </p:ext>
    </p:extLst>
  </p:cSld>
  <p:clrMap bg1="lt1" tx1="dk1" bg2="lt2" tx2="dk2" accent1="accent1" accent2="accent2" accent3="accent3" accent4="accent4" accent5="accent5" accent6="accent6" hlink="hlink" folHlink="folHlink"/>
  <p:hf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ED8F49D-F70F-4841-AB52-DBA7BB7D9A4B}" type="datetime1">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150173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dirty="0"/>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24A333-DF5E-4F0B-A483-A80315EB41D0}" type="datetime1">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endParaRPr lang="en-IN" dirty="0"/>
          </a:p>
        </p:txBody>
      </p:sp>
    </p:spTree>
    <p:extLst>
      <p:ext uri="{BB962C8B-B14F-4D97-AF65-F5344CB8AC3E}">
        <p14:creationId xmlns:p14="http://schemas.microsoft.com/office/powerpoint/2010/main" val="3889297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1AF616-3B5B-4FDB-A540-E4A982C2CBF1}" type="datetime1">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1497283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7B40062-1997-4790-8748-E73737B0583D}" type="datetime1">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247249" y="757258"/>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flipV="1">
            <a:off x="531812" y="1152907"/>
            <a:ext cx="779767" cy="1569973"/>
          </a:xfrm>
        </p:spPr>
        <p:txBody>
          <a:bodyPr/>
          <a:lstStyle/>
          <a:p>
            <a:endParaRPr lang="en-IN" dirty="0"/>
          </a:p>
        </p:txBody>
      </p:sp>
    </p:spTree>
    <p:extLst>
      <p:ext uri="{BB962C8B-B14F-4D97-AF65-F5344CB8AC3E}">
        <p14:creationId xmlns:p14="http://schemas.microsoft.com/office/powerpoint/2010/main" val="2173511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25E4B1-65F1-44FB-A397-71F03451924F}" type="datetime1">
              <a:rPr lang="en-IN" smtClean="0"/>
              <a:t>12-06-2025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3156452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997200" y="935422"/>
            <a:ext cx="8507411" cy="507298"/>
          </a:xfrm>
        </p:spPr>
        <p:txBody>
          <a:bodyPr/>
          <a:lstStyle/>
          <a:p>
            <a:endParaRPr lang="en-US" dirty="0"/>
          </a:p>
        </p:txBody>
      </p:sp>
      <p:sp>
        <p:nvSpPr>
          <p:cNvPr id="3" name="Date Placeholder 2"/>
          <p:cNvSpPr>
            <a:spLocks noGrp="1"/>
          </p:cNvSpPr>
          <p:nvPr>
            <p:ph type="dt" sz="half" idx="10"/>
          </p:nvPr>
        </p:nvSpPr>
        <p:spPr/>
        <p:txBody>
          <a:bodyPr/>
          <a:lstStyle/>
          <a:p>
            <a:fld id="{CCB7C53E-349D-4811-88AB-4B0B20CF062B}" type="datetime1">
              <a:rPr lang="en-IN" smtClean="0"/>
              <a:t>12-06-2025</a:t>
            </a:fld>
            <a:endParaRPr lang="en-IN"/>
          </a:p>
        </p:txBody>
      </p:sp>
      <p:sp>
        <p:nvSpPr>
          <p:cNvPr id="4" name="Footer Placeholder 3"/>
          <p:cNvSpPr>
            <a:spLocks noGrp="1"/>
          </p:cNvSpPr>
          <p:nvPr>
            <p:ph type="ftr" sz="quarter" idx="11"/>
          </p:nvPr>
        </p:nvSpPr>
        <p:spPr/>
        <p:txBody>
          <a:bodyPr/>
          <a:lstStyle/>
          <a:p>
            <a:endParaRPr lang="en-IN" dirty="0"/>
          </a:p>
        </p:txBody>
      </p:sp>
      <p:sp>
        <p:nvSpPr>
          <p:cNvPr id="7" name="Freeform 11"/>
          <p:cNvSpPr/>
          <p:nvPr/>
        </p:nvSpPr>
        <p:spPr bwMode="auto">
          <a:xfrm flipV="1">
            <a:off x="536444" y="757258"/>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a:xfrm>
            <a:off x="5669280" y="36644"/>
            <a:ext cx="6116320" cy="633916"/>
          </a:xfrm>
        </p:spPr>
        <p:txBody>
          <a:bodyPr/>
          <a:lstStyle>
            <a:lvl1pPr>
              <a:defRPr>
                <a:solidFill>
                  <a:schemeClr val="tx1"/>
                </a:solidFill>
              </a:defRPr>
            </a:lvl1pPr>
          </a:lstStyle>
          <a:p>
            <a:r>
              <a:rPr lang="en-US" dirty="0"/>
              <a:t>RDHEI based on Multi-MSB &amp; Huffman Coding</a:t>
            </a:r>
            <a:endParaRPr lang="en-IN" dirty="0"/>
          </a:p>
        </p:txBody>
      </p:sp>
    </p:spTree>
    <p:extLst>
      <p:ext uri="{BB962C8B-B14F-4D97-AF65-F5344CB8AC3E}">
        <p14:creationId xmlns:p14="http://schemas.microsoft.com/office/powerpoint/2010/main" val="3217486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93B669-B6F5-4B56-A351-A865DBD7AF08}" type="datetime1">
              <a:rPr lang="en-IN" smtClean="0"/>
              <a:t>12-06-2025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2743400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0D6A2F-7C9E-4EF5-B2BC-FF099DA24564}" type="datetime1">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1927627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922A77-601C-42F7-9833-E6A3430CFEF8}" type="datetime1">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3024997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97FA9A-0E42-4C9F-A5A2-BFFD24A50A7F}" type="datetime1">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709071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D02377-6E8B-44D3-8C28-E7831EFB3909}" type="datetime1">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CF37AD0-8CC1-4752-A7D8-C6144AA1DE7F}"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389963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726A3F4-6898-4186-87DD-DB055E428F61}" type="datetime1">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26900268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AE28B1D-A6D0-462F-98B7-995555A660F0}" type="datetime1">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CF37AD0-8CC1-4752-A7D8-C6144AA1DE7F}"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094300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AC3729-7210-4651-B0FD-3E9C9E1C5B1E}" type="datetime1">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3786652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67ADC9-84B1-4B48-8BC3-731E5CD3E4AE}" type="datetime1">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13372926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62B601-E70E-49E6-9047-9D310DAFDB0E}" type="datetime1">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1290148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C8E874D-6CD4-4CF8-8B06-0ADFCECCB675}" type="datetime1">
              <a:rPr lang="en-IN" smtClean="0"/>
              <a:t>12-06-2025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CF37AD0-8CC1-4752-A7D8-C6144AA1DE7F}" type="slidenum">
              <a:rPr lang="en-IN" smtClean="0"/>
              <a:t>‹#›</a:t>
            </a:fld>
            <a:endParaRPr lang="en-IN"/>
          </a:p>
        </p:txBody>
      </p:sp>
    </p:spTree>
    <p:extLst>
      <p:ext uri="{BB962C8B-B14F-4D97-AF65-F5344CB8AC3E}">
        <p14:creationId xmlns:p14="http://schemas.microsoft.com/office/powerpoint/2010/main" val="49933478"/>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9472B-C7EE-82DC-53E5-5E0EBBEBC686}"/>
              </a:ext>
            </a:extLst>
          </p:cNvPr>
          <p:cNvSpPr>
            <a:spLocks noGrp="1"/>
          </p:cNvSpPr>
          <p:nvPr>
            <p:ph type="ctrTitle"/>
          </p:nvPr>
        </p:nvSpPr>
        <p:spPr>
          <a:xfrm>
            <a:off x="1767840" y="252550"/>
            <a:ext cx="10171612" cy="2090056"/>
          </a:xfrm>
        </p:spPr>
        <p:txBody>
          <a:bodyPr>
            <a:normAutofit/>
          </a:bodyPr>
          <a:lstStyle/>
          <a:p>
            <a:pPr algn="ctr"/>
            <a:r>
              <a:rPr lang="en-IN" sz="3600" b="1" dirty="0">
                <a:solidFill>
                  <a:srgbClr val="002060"/>
                </a:solidFill>
                <a:latin typeface="Times New Roman" panose="02020603050405020304" pitchFamily="18" charset="0"/>
                <a:cs typeface="Times New Roman" panose="02020603050405020304" pitchFamily="18" charset="0"/>
              </a:rPr>
              <a:t>REVERSIBLE DATA HIDING IN ENCRYPTED IMAGES BASED ON MULTI-MSB PREDICTION AND HUFFMAN CODING </a:t>
            </a:r>
          </a:p>
        </p:txBody>
      </p:sp>
      <p:sp>
        <p:nvSpPr>
          <p:cNvPr id="3" name="Subtitle 2">
            <a:extLst>
              <a:ext uri="{FF2B5EF4-FFF2-40B4-BE49-F238E27FC236}">
                <a16:creationId xmlns:a16="http://schemas.microsoft.com/office/drawing/2014/main" id="{18815C69-FBCA-5254-8703-AD0606C21C6E}"/>
              </a:ext>
            </a:extLst>
          </p:cNvPr>
          <p:cNvSpPr>
            <a:spLocks noGrp="1"/>
          </p:cNvSpPr>
          <p:nvPr>
            <p:ph type="subTitle" idx="1"/>
          </p:nvPr>
        </p:nvSpPr>
        <p:spPr>
          <a:xfrm>
            <a:off x="2168435" y="2899955"/>
            <a:ext cx="9701348" cy="2717074"/>
          </a:xfrm>
        </p:spPr>
        <p:txBody>
          <a:bodyPr>
            <a:normAutofit fontScale="85000" lnSpcReduction="20000"/>
          </a:bodyPr>
          <a:lstStyle/>
          <a:p>
            <a:r>
              <a:rPr lang="en-IN" dirty="0"/>
              <a:t>          </a:t>
            </a:r>
            <a:r>
              <a:rPr lang="en-IN" sz="2200" b="1" dirty="0">
                <a:solidFill>
                  <a:srgbClr val="002060"/>
                </a:solidFill>
                <a:latin typeface="Times New Roman" panose="02020603050405020304" pitchFamily="18" charset="0"/>
                <a:cs typeface="Times New Roman" panose="02020603050405020304" pitchFamily="18" charset="0"/>
              </a:rPr>
              <a:t>GUIDE</a:t>
            </a:r>
          </a:p>
          <a:p>
            <a:r>
              <a:rPr lang="en-IN" sz="2000" b="1" dirty="0">
                <a:solidFill>
                  <a:srgbClr val="FF0000"/>
                </a:solidFill>
                <a:latin typeface="Times New Roman" panose="02020603050405020304" pitchFamily="18" charset="0"/>
                <a:cs typeface="Times New Roman" panose="02020603050405020304" pitchFamily="18" charset="0"/>
              </a:rPr>
              <a:t>Dr.B.HEMANTHA KUMAR</a:t>
            </a:r>
          </a:p>
          <a:p>
            <a:endParaRPr lang="en-IN" sz="2000" b="1" dirty="0">
              <a:solidFill>
                <a:srgbClr val="FF0000"/>
              </a:solidFill>
            </a:endParaRPr>
          </a:p>
          <a:p>
            <a:r>
              <a:rPr lang="en-IN" sz="2000" b="1" dirty="0">
                <a:solidFill>
                  <a:srgbClr val="FF0000"/>
                </a:solidFill>
              </a:rPr>
              <a:t>                                                                                                   </a:t>
            </a:r>
            <a:r>
              <a:rPr lang="en-IN" sz="2200" b="1" dirty="0">
                <a:solidFill>
                  <a:srgbClr val="002060"/>
                </a:solidFill>
                <a:latin typeface="Times New Roman" panose="02020603050405020304" pitchFamily="18" charset="0"/>
                <a:cs typeface="Times New Roman" panose="02020603050405020304" pitchFamily="18" charset="0"/>
              </a:rPr>
              <a:t>TEAM-1</a:t>
            </a:r>
          </a:p>
          <a:p>
            <a:r>
              <a:rPr lang="en-IN" sz="2000" b="1" dirty="0">
                <a:solidFill>
                  <a:srgbClr val="FF0000"/>
                </a:solidFill>
                <a:latin typeface="Times New Roman" panose="02020603050405020304" pitchFamily="18" charset="0"/>
                <a:cs typeface="Times New Roman" panose="02020603050405020304" pitchFamily="18" charset="0"/>
              </a:rPr>
              <a:t>                                                                                        </a:t>
            </a:r>
            <a:r>
              <a:rPr lang="en-IN" sz="2000" b="1" dirty="0">
                <a:solidFill>
                  <a:srgbClr val="C00000"/>
                </a:solidFill>
                <a:latin typeface="Times New Roman" panose="02020603050405020304" pitchFamily="18" charset="0"/>
                <a:cs typeface="Times New Roman" panose="02020603050405020304" pitchFamily="18" charset="0"/>
              </a:rPr>
              <a:t>G VISHNU KAIVALYA-Y21IT040 </a:t>
            </a:r>
          </a:p>
          <a:p>
            <a:r>
              <a:rPr lang="en-IN" sz="2000" b="1" dirty="0">
                <a:solidFill>
                  <a:srgbClr val="C00000"/>
                </a:solidFill>
                <a:latin typeface="Times New Roman" panose="02020603050405020304" pitchFamily="18" charset="0"/>
                <a:cs typeface="Times New Roman" panose="02020603050405020304" pitchFamily="18" charset="0"/>
              </a:rPr>
              <a:t>                                                                                        G B HARSHA VARDHAN-Y21IT039 </a:t>
            </a:r>
          </a:p>
          <a:p>
            <a:r>
              <a:rPr lang="en-IN" sz="2000" b="1" dirty="0">
                <a:solidFill>
                  <a:srgbClr val="C00000"/>
                </a:solidFill>
                <a:latin typeface="Times New Roman" panose="02020603050405020304" pitchFamily="18" charset="0"/>
                <a:cs typeface="Times New Roman" panose="02020603050405020304" pitchFamily="18" charset="0"/>
              </a:rPr>
              <a:t>                                                                                        K KIRAN –L22IT138</a:t>
            </a:r>
            <a:endParaRPr lang="en-US" sz="2000" b="1" spc="269" dirty="0">
              <a:solidFill>
                <a:srgbClr val="C00000"/>
              </a:solidFill>
              <a:latin typeface="Times New Roman" panose="02020603050405020304" pitchFamily="18" charset="0"/>
              <a:cs typeface="Times New Roman" panose="02020603050405020304" pitchFamily="18" charset="0"/>
            </a:endParaRPr>
          </a:p>
          <a:p>
            <a:r>
              <a:rPr lang="en-US" sz="2000" b="1" spc="269" dirty="0">
                <a:solidFill>
                  <a:srgbClr val="F35000"/>
                </a:solidFill>
                <a:latin typeface="Times New Roman" panose="02020603050405020304" pitchFamily="18" charset="0"/>
                <a:cs typeface="Times New Roman" panose="02020603050405020304" pitchFamily="18" charset="0"/>
              </a:rPr>
              <a:t>                                                 </a:t>
            </a:r>
            <a:endParaRPr lang="en-IN" sz="20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2935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B443-93B7-7304-C1AD-02A633B9FC16}"/>
              </a:ext>
            </a:extLst>
          </p:cNvPr>
          <p:cNvSpPr>
            <a:spLocks noGrp="1"/>
          </p:cNvSpPr>
          <p:nvPr>
            <p:ph type="title"/>
          </p:nvPr>
        </p:nvSpPr>
        <p:spPr>
          <a:xfrm>
            <a:off x="2494954" y="664028"/>
            <a:ext cx="8911687" cy="870857"/>
          </a:xfrm>
        </p:spPr>
        <p:txBody>
          <a:bodyPr/>
          <a:lstStyle/>
          <a:p>
            <a:r>
              <a:rPr lang="en-IN" b="1">
                <a:solidFill>
                  <a:srgbClr val="002060"/>
                </a:solidFill>
                <a:latin typeface="Times New Roman" panose="02020603050405020304" pitchFamily="18" charset="0"/>
                <a:cs typeface="Times New Roman" panose="02020603050405020304" pitchFamily="18" charset="0"/>
              </a:rPr>
              <a:t>CONTENTS</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05C27AC-B4F5-C1B6-E41F-A05B493D7B6A}"/>
              </a:ext>
            </a:extLst>
          </p:cNvPr>
          <p:cNvSpPr>
            <a:spLocks noGrp="1"/>
          </p:cNvSpPr>
          <p:nvPr>
            <p:ph idx="1"/>
          </p:nvPr>
        </p:nvSpPr>
        <p:spPr>
          <a:xfrm>
            <a:off x="2654526" y="1540189"/>
            <a:ext cx="8915400" cy="3777622"/>
          </a:xfrm>
        </p:spPr>
        <p:txBody>
          <a:bodyPr/>
          <a:lstStyle/>
          <a:p>
            <a:r>
              <a:rPr lang="en-IN" sz="2400" dirty="0">
                <a:latin typeface="Times New Roman" panose="02020603050405020304" pitchFamily="18" charset="0"/>
                <a:cs typeface="Times New Roman" panose="02020603050405020304" pitchFamily="18" charset="0"/>
              </a:rPr>
              <a:t>Problem Statement</a:t>
            </a:r>
          </a:p>
          <a:p>
            <a:r>
              <a:rPr lang="en-IN" sz="2400" dirty="0">
                <a:latin typeface="Times New Roman" panose="02020603050405020304" pitchFamily="18" charset="0"/>
                <a:cs typeface="Times New Roman" panose="02020603050405020304" pitchFamily="18" charset="0"/>
              </a:rPr>
              <a:t>Block Diagram</a:t>
            </a:r>
          </a:p>
          <a:p>
            <a:r>
              <a:rPr lang="en-IN" sz="2400" dirty="0">
                <a:latin typeface="Times New Roman" panose="02020603050405020304" pitchFamily="18" charset="0"/>
                <a:cs typeface="Times New Roman" panose="02020603050405020304" pitchFamily="18" charset="0"/>
              </a:rPr>
              <a:t>Modules</a:t>
            </a:r>
          </a:p>
          <a:p>
            <a:r>
              <a:rPr lang="en-IN" sz="2400" dirty="0">
                <a:latin typeface="Times New Roman" panose="02020603050405020304" pitchFamily="18" charset="0"/>
                <a:cs typeface="Times New Roman" panose="02020603050405020304" pitchFamily="18" charset="0"/>
              </a:rPr>
              <a:t>Code for Image Encryption phase</a:t>
            </a:r>
          </a:p>
          <a:p>
            <a:r>
              <a:rPr lang="en-IN" sz="2400" dirty="0">
                <a:latin typeface="Times New Roman" panose="02020603050405020304" pitchFamily="18" charset="0"/>
                <a:cs typeface="Times New Roman" panose="02020603050405020304" pitchFamily="18" charset="0"/>
              </a:rPr>
              <a:t>Results &amp; Discussion</a:t>
            </a:r>
          </a:p>
          <a:p>
            <a:r>
              <a:rPr lang="en-IN" sz="2400" dirty="0">
                <a:latin typeface="Times New Roman" panose="02020603050405020304" pitchFamily="18" charset="0"/>
                <a:cs typeface="Times New Roman" panose="02020603050405020304" pitchFamily="18" charset="0"/>
              </a:rPr>
              <a:t>Conclusion</a:t>
            </a:r>
          </a:p>
          <a:p>
            <a:r>
              <a:rPr lang="en-IN" sz="24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265626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F023A-DF1D-8B18-D22B-2A75BA74EB67}"/>
              </a:ext>
            </a:extLst>
          </p:cNvPr>
          <p:cNvSpPr>
            <a:spLocks noGrp="1"/>
          </p:cNvSpPr>
          <p:nvPr>
            <p:ph type="title"/>
          </p:nvPr>
        </p:nvSpPr>
        <p:spPr>
          <a:xfrm>
            <a:off x="2024743" y="624110"/>
            <a:ext cx="9479869" cy="830117"/>
          </a:xfrm>
        </p:spPr>
        <p:txBody>
          <a:bodyPr/>
          <a:lstStyle/>
          <a:p>
            <a:r>
              <a:rPr lang="en-IN" b="1" dirty="0">
                <a:solidFill>
                  <a:srgbClr val="002060"/>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E74FD084-C691-D248-15D8-416F3C83FF41}"/>
              </a:ext>
            </a:extLst>
          </p:cNvPr>
          <p:cNvSpPr>
            <a:spLocks noGrp="1"/>
          </p:cNvSpPr>
          <p:nvPr>
            <p:ph idx="1"/>
          </p:nvPr>
        </p:nvSpPr>
        <p:spPr>
          <a:xfrm>
            <a:off x="2024743" y="1632857"/>
            <a:ext cx="9479869" cy="4278365"/>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Reversible Data Hiding in Encrypted Images (RDHEI) allows embedding secret data into encrypted images while ensuring lossless recovery of both the original image and the hidden data. However, existing methods suffer from limited embedding capacity, data extraction errors, and inefficient space utilization. To address these issues, this work proposes an RDHEI method based on </a:t>
            </a:r>
            <a:r>
              <a:rPr lang="en-US" sz="2400" b="1" dirty="0">
                <a:latin typeface="Times New Roman" panose="02020603050405020304" pitchFamily="18" charset="0"/>
                <a:cs typeface="Times New Roman" panose="02020603050405020304" pitchFamily="18" charset="0"/>
              </a:rPr>
              <a:t>Multi-MSB Prediction and Huffman Coding</a:t>
            </a:r>
            <a:r>
              <a:rPr lang="en-US" sz="2400" dirty="0">
                <a:latin typeface="Times New Roman" panose="02020603050405020304" pitchFamily="18" charset="0"/>
                <a:cs typeface="Times New Roman" panose="02020603050405020304" pitchFamily="18" charset="0"/>
              </a:rPr>
              <a:t>, which improves embedding capacity and ensures error-free data extraction and image recovery.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3974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6DF8-2BD6-5077-C47A-B4937DE66E9D}"/>
              </a:ext>
            </a:extLst>
          </p:cNvPr>
          <p:cNvSpPr>
            <a:spLocks noGrp="1"/>
          </p:cNvSpPr>
          <p:nvPr>
            <p:ph type="title"/>
          </p:nvPr>
        </p:nvSpPr>
        <p:spPr>
          <a:xfrm>
            <a:off x="1753985" y="624110"/>
            <a:ext cx="9750627" cy="863868"/>
          </a:xfrm>
        </p:spPr>
        <p:txBody>
          <a:bodyPr/>
          <a:lstStyle/>
          <a:p>
            <a:r>
              <a:rPr lang="en-IN" b="1" dirty="0">
                <a:solidFill>
                  <a:srgbClr val="002060"/>
                </a:solidFill>
                <a:latin typeface="Times New Roman" panose="02020603050405020304" pitchFamily="18" charset="0"/>
                <a:cs typeface="Times New Roman" panose="02020603050405020304" pitchFamily="18" charset="0"/>
              </a:rPr>
              <a:t>BLOCK DIAGRAM</a:t>
            </a:r>
          </a:p>
        </p:txBody>
      </p:sp>
      <p:sp>
        <p:nvSpPr>
          <p:cNvPr id="6" name="TextBox 5">
            <a:extLst>
              <a:ext uri="{FF2B5EF4-FFF2-40B4-BE49-F238E27FC236}">
                <a16:creationId xmlns:a16="http://schemas.microsoft.com/office/drawing/2014/main" id="{E74CDAE5-D28E-658F-B1AF-9A8C7617FDCA}"/>
              </a:ext>
            </a:extLst>
          </p:cNvPr>
          <p:cNvSpPr txBox="1"/>
          <p:nvPr/>
        </p:nvSpPr>
        <p:spPr>
          <a:xfrm>
            <a:off x="5442064" y="94018"/>
            <a:ext cx="674993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47C3A4E3-E869-4FCA-2932-B21C0ACEB62D}"/>
              </a:ext>
            </a:extLst>
          </p:cNvPr>
          <p:cNvSpPr>
            <a:spLocks noGrp="1"/>
          </p:cNvSpPr>
          <p:nvPr>
            <p:ph idx="1"/>
          </p:nvPr>
        </p:nvSpPr>
        <p:spPr/>
        <p:txBody>
          <a:bodyPr/>
          <a:lstStyle/>
          <a:p>
            <a:endParaRPr lang="en-IN"/>
          </a:p>
        </p:txBody>
      </p:sp>
      <p:pic>
        <p:nvPicPr>
          <p:cNvPr id="10" name="Picture 9">
            <a:extLst>
              <a:ext uri="{FF2B5EF4-FFF2-40B4-BE49-F238E27FC236}">
                <a16:creationId xmlns:a16="http://schemas.microsoft.com/office/drawing/2014/main" id="{3583C024-BAE3-78DA-928E-9AFDCC7CF6D1}"/>
              </a:ext>
            </a:extLst>
          </p:cNvPr>
          <p:cNvPicPr>
            <a:picLocks noChangeAspect="1"/>
          </p:cNvPicPr>
          <p:nvPr/>
        </p:nvPicPr>
        <p:blipFill>
          <a:blip r:embed="rId2"/>
          <a:stretch>
            <a:fillRect/>
          </a:stretch>
        </p:blipFill>
        <p:spPr>
          <a:xfrm>
            <a:off x="687388" y="1363287"/>
            <a:ext cx="11324503" cy="5278582"/>
          </a:xfrm>
          <a:prstGeom prst="rect">
            <a:avLst/>
          </a:prstGeom>
        </p:spPr>
      </p:pic>
    </p:spTree>
    <p:extLst>
      <p:ext uri="{BB962C8B-B14F-4D97-AF65-F5344CB8AC3E}">
        <p14:creationId xmlns:p14="http://schemas.microsoft.com/office/powerpoint/2010/main" val="1139061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22A1F-20B3-6283-1F09-D08DB95EEB52}"/>
              </a:ext>
            </a:extLst>
          </p:cNvPr>
          <p:cNvSpPr>
            <a:spLocks noGrp="1"/>
          </p:cNvSpPr>
          <p:nvPr>
            <p:ph type="title"/>
          </p:nvPr>
        </p:nvSpPr>
        <p:spPr>
          <a:xfrm>
            <a:off x="2086495" y="739833"/>
            <a:ext cx="9418119" cy="723207"/>
          </a:xfrm>
        </p:spPr>
        <p:txBody>
          <a:bodyPr/>
          <a:lstStyle/>
          <a:p>
            <a:r>
              <a:rPr lang="en-IN" b="1" dirty="0">
                <a:solidFill>
                  <a:srgbClr val="002060"/>
                </a:solidFill>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F514E567-729A-F8B9-19FF-2ADD2130DC8A}"/>
              </a:ext>
            </a:extLst>
          </p:cNvPr>
          <p:cNvSpPr>
            <a:spLocks noGrp="1"/>
          </p:cNvSpPr>
          <p:nvPr>
            <p:ph idx="1"/>
          </p:nvPr>
        </p:nvSpPr>
        <p:spPr>
          <a:xfrm>
            <a:off x="2086495" y="1463039"/>
            <a:ext cx="9418117" cy="4655127"/>
          </a:xfrm>
        </p:spPr>
        <p:txBody>
          <a:bodyPr>
            <a:normAutofit/>
          </a:bodyPr>
          <a:lstStyle/>
          <a:p>
            <a:pPr marL="0" indent="0" algn="just">
              <a:buClr>
                <a:srgbClr val="002060"/>
              </a:buClr>
              <a:buNone/>
            </a:pPr>
            <a:r>
              <a:rPr lang="en-US" dirty="0">
                <a:latin typeface="Times New Roman" panose="02020603050405020304" pitchFamily="18" charset="0"/>
                <a:cs typeface="Times New Roman" panose="02020603050405020304" pitchFamily="18" charset="0"/>
              </a:rPr>
              <a:t>The proposed Reversible Data Hiding in Encrypted Images (RDHEI) method consists of three main phases:</a:t>
            </a:r>
          </a:p>
          <a:p>
            <a:pPr marL="0" indent="0" algn="just">
              <a:buClr>
                <a:srgbClr val="002060"/>
              </a:buClr>
              <a:buNone/>
            </a:pPr>
            <a:r>
              <a:rPr lang="en-US" b="1" dirty="0">
                <a:solidFill>
                  <a:srgbClr val="FF0000"/>
                </a:solidFill>
                <a:latin typeface="Times New Roman" panose="02020603050405020304" pitchFamily="18" charset="0"/>
                <a:cs typeface="Times New Roman" panose="02020603050405020304" pitchFamily="18" charset="0"/>
              </a:rPr>
              <a:t>INPUT:</a:t>
            </a:r>
            <a:r>
              <a:rPr lang="en-US" dirty="0">
                <a:latin typeface="Times New Roman" panose="02020603050405020304" pitchFamily="18" charset="0"/>
                <a:cs typeface="Times New Roman" panose="02020603050405020304" pitchFamily="18" charset="0"/>
              </a:rPr>
              <a:t> Original Image, Encryption Key Ke, Data Hiding Key Kd, Secret Message</a:t>
            </a:r>
          </a:p>
          <a:p>
            <a:pPr algn="just">
              <a:buAutoNum type="arabicPeriod"/>
            </a:pPr>
            <a:r>
              <a:rPr lang="en-IN" b="1" dirty="0">
                <a:solidFill>
                  <a:srgbClr val="7030A0"/>
                </a:solidFill>
                <a:latin typeface="Times New Roman" panose="02020603050405020304" pitchFamily="18" charset="0"/>
                <a:cs typeface="Times New Roman" panose="02020603050405020304" pitchFamily="18" charset="0"/>
              </a:rPr>
              <a:t>Image Encryption Phase (by the Content-Owner)</a:t>
            </a:r>
          </a:p>
          <a:p>
            <a:pPr algn="just">
              <a:buFont typeface="Wingdings 3" charset="2"/>
              <a:buAutoNum type="arabicPeriod"/>
            </a:pPr>
            <a:r>
              <a:rPr lang="en-IN" b="1" dirty="0">
                <a:solidFill>
                  <a:srgbClr val="7030A0"/>
                </a:solidFill>
                <a:latin typeface="Times New Roman" panose="02020603050405020304" pitchFamily="18" charset="0"/>
                <a:cs typeface="Times New Roman" panose="02020603050405020304" pitchFamily="18" charset="0"/>
              </a:rPr>
              <a:t>Data Embedding Phase(by the Content-Hider)</a:t>
            </a:r>
          </a:p>
          <a:p>
            <a:pPr algn="just">
              <a:buFont typeface="Wingdings 3" charset="2"/>
              <a:buAutoNum type="arabicPeriod"/>
            </a:pPr>
            <a:r>
              <a:rPr lang="en-US" b="1" dirty="0">
                <a:solidFill>
                  <a:srgbClr val="7030A0"/>
                </a:solidFill>
                <a:latin typeface="Times New Roman" panose="02020603050405020304" pitchFamily="18" charset="0"/>
                <a:cs typeface="Times New Roman" panose="02020603050405020304" pitchFamily="18" charset="0"/>
              </a:rPr>
              <a:t>Data Extraction &amp; Image Decryption Phase (by the Receiver)</a:t>
            </a:r>
            <a:endParaRPr lang="en-IN" b="1" dirty="0">
              <a:solidFill>
                <a:srgbClr val="7030A0"/>
              </a:solidFill>
              <a:latin typeface="Times New Roman" panose="02020603050405020304" pitchFamily="18" charset="0"/>
              <a:cs typeface="Times New Roman" panose="02020603050405020304" pitchFamily="18" charset="0"/>
            </a:endParaRPr>
          </a:p>
          <a:p>
            <a:pPr marL="0" indent="0" algn="just">
              <a:buNone/>
            </a:pPr>
            <a:r>
              <a:rPr lang="en-IN" b="1" dirty="0">
                <a:solidFill>
                  <a:srgbClr val="FF0000"/>
                </a:solidFill>
                <a:latin typeface="Times New Roman" panose="02020603050405020304" pitchFamily="18" charset="0"/>
                <a:cs typeface="Times New Roman" panose="02020603050405020304" pitchFamily="18" charset="0"/>
              </a:rPr>
              <a:t>OUTPUT: </a:t>
            </a:r>
            <a:r>
              <a:rPr lang="en-IN" dirty="0">
                <a:solidFill>
                  <a:schemeClr val="tx1"/>
                </a:solidFill>
                <a:latin typeface="Times New Roman" panose="02020603050405020304" pitchFamily="18" charset="0"/>
                <a:cs typeface="Times New Roman" panose="02020603050405020304" pitchFamily="18" charset="0"/>
              </a:rPr>
              <a:t>Recovered Image , Extracted Message</a:t>
            </a:r>
          </a:p>
          <a:p>
            <a:pPr marL="0" indent="0" algn="just">
              <a:buNone/>
            </a:pPr>
            <a:endParaRPr lang="en-IN" b="1" dirty="0">
              <a:solidFill>
                <a:srgbClr val="7030A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063F180-8593-7ED7-4B16-32D2596C6248}"/>
              </a:ext>
            </a:extLst>
          </p:cNvPr>
          <p:cNvSpPr txBox="1"/>
          <p:nvPr/>
        </p:nvSpPr>
        <p:spPr>
          <a:xfrm>
            <a:off x="5325688" y="171026"/>
            <a:ext cx="668528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6584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04612-01C4-A0C9-BFC1-646CEE9A7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D22482-3A3E-F1EB-544C-E93A56BBCCD6}"/>
              </a:ext>
            </a:extLst>
          </p:cNvPr>
          <p:cNvSpPr>
            <a:spLocks noGrp="1"/>
          </p:cNvSpPr>
          <p:nvPr>
            <p:ph type="title"/>
          </p:nvPr>
        </p:nvSpPr>
        <p:spPr>
          <a:xfrm>
            <a:off x="1767713" y="739833"/>
            <a:ext cx="9736901" cy="723207"/>
          </a:xfrm>
        </p:spPr>
        <p:txBody>
          <a:bodyPr>
            <a:normAutofit/>
          </a:bodyPr>
          <a:lstStyle/>
          <a:p>
            <a:pPr algn="just"/>
            <a:r>
              <a:rPr lang="en-IN" sz="2800" b="1" u="sng" dirty="0">
                <a:solidFill>
                  <a:srgbClr val="7030A0"/>
                </a:solidFill>
                <a:latin typeface="Times New Roman" panose="02020603050405020304" pitchFamily="18" charset="0"/>
                <a:cs typeface="Times New Roman" panose="02020603050405020304" pitchFamily="18" charset="0"/>
              </a:rPr>
              <a:t>01.Image Encryption Phase (by the Content-Owner)</a:t>
            </a:r>
          </a:p>
        </p:txBody>
      </p:sp>
      <p:sp>
        <p:nvSpPr>
          <p:cNvPr id="3" name="Content Placeholder 2">
            <a:extLst>
              <a:ext uri="{FF2B5EF4-FFF2-40B4-BE49-F238E27FC236}">
                <a16:creationId xmlns:a16="http://schemas.microsoft.com/office/drawing/2014/main" id="{E2F6CE3F-EC85-3EE4-BC21-E659948E1D8A}"/>
              </a:ext>
            </a:extLst>
          </p:cNvPr>
          <p:cNvSpPr>
            <a:spLocks noGrp="1"/>
          </p:cNvSpPr>
          <p:nvPr>
            <p:ph idx="1"/>
          </p:nvPr>
        </p:nvSpPr>
        <p:spPr>
          <a:xfrm>
            <a:off x="1767713" y="1379149"/>
            <a:ext cx="9736901" cy="4655127"/>
          </a:xfrm>
        </p:spPr>
        <p:txBody>
          <a:bodyPr>
            <a:normAutofit fontScale="92500" lnSpcReduction="10000"/>
          </a:bodyPr>
          <a:lstStyle/>
          <a:p>
            <a:pPr marL="0" indent="0">
              <a:spcBef>
                <a:spcPts val="200"/>
              </a:spcBef>
              <a:spcAft>
                <a:spcPts val="200"/>
              </a:spcAft>
              <a:buNone/>
            </a:pPr>
            <a:r>
              <a:rPr lang="en-IN" sz="2000" b="1" dirty="0">
                <a:solidFill>
                  <a:srgbClr val="002060"/>
                </a:solidFill>
                <a:latin typeface="Times New Roman" panose="02020603050405020304" pitchFamily="18" charset="0"/>
                <a:cs typeface="Times New Roman" panose="02020603050405020304" pitchFamily="18" charset="0"/>
              </a:rPr>
              <a:t>01. Label Map Generation</a:t>
            </a:r>
          </a:p>
          <a:p>
            <a:pPr marL="0" indent="0">
              <a:spcBef>
                <a:spcPts val="200"/>
              </a:spcBef>
              <a:spcAft>
                <a:spcPts val="200"/>
              </a:spcAft>
              <a:buNone/>
            </a:pPr>
            <a:r>
              <a:rPr lang="en-IN" sz="8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For each pixel x(</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j):</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Predict the pixel value using the </a:t>
            </a:r>
            <a:r>
              <a:rPr lang="en-IN" b="1" dirty="0">
                <a:latin typeface="Times New Roman" panose="02020603050405020304" pitchFamily="18" charset="0"/>
                <a:cs typeface="Times New Roman" panose="02020603050405020304" pitchFamily="18" charset="0"/>
              </a:rPr>
              <a:t>Median Edge Detector (MED) predictor</a:t>
            </a:r>
            <a:r>
              <a:rPr lang="en-IN" dirty="0">
                <a:latin typeface="Times New Roman" panose="02020603050405020304" pitchFamily="18" charset="0"/>
                <a:cs typeface="Times New Roman" panose="02020603050405020304" pitchFamily="18" charset="0"/>
              </a:rPr>
              <a:t>:</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a:t>
            </a:r>
          </a:p>
          <a:p>
            <a:pPr marL="0" indent="0">
              <a:spcBef>
                <a:spcPts val="200"/>
              </a:spcBef>
              <a:spcAft>
                <a:spcPts val="200"/>
              </a:spcAft>
              <a:buNone/>
            </a:pPr>
            <a:r>
              <a:rPr lang="en-IN" b="1" dirty="0">
                <a:latin typeface="Times New Roman" panose="02020603050405020304" pitchFamily="18" charset="0"/>
                <a:cs typeface="Times New Roman" panose="02020603050405020304" pitchFamily="18" charset="0"/>
              </a:rPr>
              <a:t>         ⎧ max(x2, x3), if x1 ≤ min(x2, x3)</a:t>
            </a:r>
          </a:p>
          <a:p>
            <a:pPr marL="0" indent="0">
              <a:spcBef>
                <a:spcPts val="200"/>
              </a:spcBef>
              <a:spcAft>
                <a:spcPts val="200"/>
              </a:spcAft>
              <a:buNone/>
            </a:pPr>
            <a:r>
              <a:rPr lang="en-IN" b="1" dirty="0">
                <a:latin typeface="Times New Roman" panose="02020603050405020304" pitchFamily="18" charset="0"/>
                <a:cs typeface="Times New Roman" panose="02020603050405020304" pitchFamily="18" charset="0"/>
              </a:rPr>
              <a:t>         ⎪ min(x2, x3), if x1 ≥ max(x2, x3)</a:t>
            </a:r>
          </a:p>
          <a:p>
            <a:pPr marL="0" indent="0">
              <a:spcBef>
                <a:spcPts val="200"/>
              </a:spcBef>
              <a:spcAft>
                <a:spcPts val="200"/>
              </a:spcAft>
              <a:buNone/>
            </a:pPr>
            <a:r>
              <a:rPr lang="en-IN" b="1" dirty="0">
                <a:latin typeface="Times New Roman" panose="02020603050405020304" pitchFamily="18" charset="0"/>
                <a:cs typeface="Times New Roman" panose="02020603050405020304" pitchFamily="18" charset="0"/>
              </a:rPr>
              <a:t>         ⎩ x2 + x3 − x1, otherwise</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ii. Convert x(</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j) and </a:t>
            </a:r>
            <a:r>
              <a:rPr lang="en-IN" dirty="0" err="1">
                <a:latin typeface="Times New Roman" panose="02020603050405020304" pitchFamily="18" charset="0"/>
                <a:cs typeface="Times New Roman" panose="02020603050405020304" pitchFamily="18" charset="0"/>
              </a:rPr>
              <a:t>px</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j) into an 8-bit binary sequence:</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xk</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 (x(</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mod 2^(9-k)) / 2^(8-k) ⌋ , k = 1,2,...,8</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iii. Compare bits from MSB to LSB until a difference is found.</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iv. Assign label t based on the number of identical MSBs:</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t = </a:t>
            </a:r>
            <a:r>
              <a:rPr lang="en-IN" b="1" dirty="0" err="1">
                <a:latin typeface="Times New Roman" panose="02020603050405020304" pitchFamily="18" charset="0"/>
                <a:cs typeface="Times New Roman" panose="02020603050405020304" pitchFamily="18" charset="0"/>
              </a:rPr>
              <a:t>arg</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max_t</a:t>
            </a:r>
            <a:r>
              <a:rPr lang="en-IN" b="1" dirty="0">
                <a:latin typeface="Times New Roman" panose="02020603050405020304" pitchFamily="18" charset="0"/>
                <a:cs typeface="Times New Roman" panose="02020603050405020304" pitchFamily="18" charset="0"/>
              </a:rPr>
              <a:t> (x(</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j)_</a:t>
            </a:r>
            <a:r>
              <a:rPr lang="en-IN" b="1" dirty="0" err="1">
                <a:latin typeface="Times New Roman" panose="02020603050405020304" pitchFamily="18" charset="0"/>
                <a:cs typeface="Times New Roman" panose="02020603050405020304" pitchFamily="18" charset="0"/>
              </a:rPr>
              <a:t>tMSB</a:t>
            </a:r>
            <a:r>
              <a:rPr lang="en-IN" b="1" dirty="0">
                <a:latin typeface="Times New Roman" panose="02020603050405020304" pitchFamily="18" charset="0"/>
                <a:cs typeface="Times New Roman" panose="02020603050405020304" pitchFamily="18" charset="0"/>
              </a:rPr>
              <a:t> =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j)_</a:t>
            </a:r>
            <a:r>
              <a:rPr lang="en-IN" b="1" dirty="0" err="1">
                <a:latin typeface="Times New Roman" panose="02020603050405020304" pitchFamily="18" charset="0"/>
                <a:cs typeface="Times New Roman" panose="02020603050405020304" pitchFamily="18" charset="0"/>
              </a:rPr>
              <a:t>tMSB</a:t>
            </a:r>
            <a:r>
              <a:rPr lang="en-IN" b="1" dirty="0">
                <a:latin typeface="Times New Roman" panose="02020603050405020304" pitchFamily="18" charset="0"/>
                <a:cs typeface="Times New Roman" panose="02020603050405020304" pitchFamily="18" charset="0"/>
              </a:rPr>
              <a:t>), t = 0,1,2,...,8</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subject to:</a:t>
            </a:r>
          </a:p>
          <a:p>
            <a:pPr marL="0" indent="0">
              <a:spcBef>
                <a:spcPts val="200"/>
              </a:spcBef>
              <a:spcAft>
                <a:spcPts val="200"/>
              </a:spcAft>
              <a:buNone/>
            </a:pPr>
            <a:r>
              <a:rPr lang="en-IN" b="1" dirty="0">
                <a:latin typeface="Times New Roman" panose="02020603050405020304" pitchFamily="18" charset="0"/>
                <a:cs typeface="Times New Roman" panose="02020603050405020304" pitchFamily="18" charset="0"/>
              </a:rPr>
              <a:t>         x(</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j)_</a:t>
            </a:r>
            <a:r>
              <a:rPr lang="en-IN" b="1" dirty="0" err="1">
                <a:latin typeface="Times New Roman" panose="02020603050405020304" pitchFamily="18" charset="0"/>
                <a:cs typeface="Times New Roman" panose="02020603050405020304" pitchFamily="18" charset="0"/>
              </a:rPr>
              <a:t>tMSB</a:t>
            </a:r>
            <a:r>
              <a:rPr lang="en-IN" b="1" dirty="0">
                <a:latin typeface="Times New Roman" panose="02020603050405020304" pitchFamily="18" charset="0"/>
                <a:cs typeface="Times New Roman" panose="02020603050405020304" pitchFamily="18" charset="0"/>
              </a:rPr>
              <a:t> = x(</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(x(</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mod 2^(8−t))</a:t>
            </a:r>
          </a:p>
          <a:p>
            <a:pPr marL="0" indent="0">
              <a:spcBef>
                <a:spcPts val="200"/>
              </a:spcBef>
              <a:spcAft>
                <a:spcPts val="200"/>
              </a:spcAft>
              <a:buNone/>
            </a:pP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j)_</a:t>
            </a:r>
            <a:r>
              <a:rPr lang="en-IN" b="1" dirty="0" err="1">
                <a:latin typeface="Times New Roman" panose="02020603050405020304" pitchFamily="18" charset="0"/>
                <a:cs typeface="Times New Roman" panose="02020603050405020304" pitchFamily="18" charset="0"/>
              </a:rPr>
              <a:t>tMSB</a:t>
            </a:r>
            <a:r>
              <a:rPr lang="en-IN" b="1" dirty="0">
                <a:latin typeface="Times New Roman" panose="02020603050405020304" pitchFamily="18" charset="0"/>
                <a:cs typeface="Times New Roman" panose="02020603050405020304" pitchFamily="18" charset="0"/>
              </a:rPr>
              <a:t> =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mod 2^(8−t))</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Store the label map.</a:t>
            </a:r>
          </a:p>
          <a:p>
            <a:pPr marL="0" indent="0" algn="just">
              <a:buClr>
                <a:srgbClr val="002060"/>
              </a:buClr>
              <a:buNone/>
            </a:pP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6D5C94F-A78A-B0DA-187F-639F787DFEC7}"/>
              </a:ext>
            </a:extLst>
          </p:cNvPr>
          <p:cNvSpPr txBox="1"/>
          <p:nvPr/>
        </p:nvSpPr>
        <p:spPr>
          <a:xfrm>
            <a:off x="5325688" y="171026"/>
            <a:ext cx="668528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248FED6-B0BA-FE6E-2873-1D04F6713D07}"/>
              </a:ext>
            </a:extLst>
          </p:cNvPr>
          <p:cNvPicPr>
            <a:picLocks noChangeAspect="1"/>
          </p:cNvPicPr>
          <p:nvPr/>
        </p:nvPicPr>
        <p:blipFill>
          <a:blip r:embed="rId2"/>
          <a:stretch>
            <a:fillRect/>
          </a:stretch>
        </p:blipFill>
        <p:spPr>
          <a:xfrm>
            <a:off x="9378891" y="2372136"/>
            <a:ext cx="1462081" cy="917681"/>
          </a:xfrm>
          <a:prstGeom prst="rect">
            <a:avLst/>
          </a:prstGeom>
        </p:spPr>
      </p:pic>
      <p:pic>
        <p:nvPicPr>
          <p:cNvPr id="6" name="Picture 5">
            <a:extLst>
              <a:ext uri="{FF2B5EF4-FFF2-40B4-BE49-F238E27FC236}">
                <a16:creationId xmlns:a16="http://schemas.microsoft.com/office/drawing/2014/main" id="{58FB13F3-B2A8-EE23-1DD1-FE9783A9737E}"/>
              </a:ext>
            </a:extLst>
          </p:cNvPr>
          <p:cNvPicPr>
            <a:picLocks noChangeAspect="1"/>
          </p:cNvPicPr>
          <p:nvPr/>
        </p:nvPicPr>
        <p:blipFill>
          <a:blip r:embed="rId3"/>
          <a:stretch>
            <a:fillRect/>
          </a:stretch>
        </p:blipFill>
        <p:spPr>
          <a:xfrm>
            <a:off x="8261722" y="3803298"/>
            <a:ext cx="3011326" cy="970874"/>
          </a:xfrm>
          <a:prstGeom prst="rect">
            <a:avLst/>
          </a:prstGeom>
        </p:spPr>
      </p:pic>
    </p:spTree>
    <p:extLst>
      <p:ext uri="{BB962C8B-B14F-4D97-AF65-F5344CB8AC3E}">
        <p14:creationId xmlns:p14="http://schemas.microsoft.com/office/powerpoint/2010/main" val="1361539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09BC1E-6ABF-A192-7BA2-A0D3DC40FB0B}"/>
              </a:ext>
            </a:extLst>
          </p:cNvPr>
          <p:cNvSpPr>
            <a:spLocks noGrp="1"/>
          </p:cNvSpPr>
          <p:nvPr>
            <p:ph type="title"/>
          </p:nvPr>
        </p:nvSpPr>
        <p:spPr>
          <a:xfrm>
            <a:off x="2072082" y="889233"/>
            <a:ext cx="9013082" cy="789264"/>
          </a:xfrm>
        </p:spPr>
        <p:txBody>
          <a:bodyPr>
            <a:normAutofit/>
          </a:bodyPr>
          <a:lstStyle/>
          <a:p>
            <a:pPr marL="0" indent="0">
              <a:spcBef>
                <a:spcPts val="0"/>
              </a:spcBef>
              <a:spcAft>
                <a:spcPts val="200"/>
              </a:spcAft>
            </a:pPr>
            <a:r>
              <a:rPr lang="en-IN" sz="2400" b="1" u="sng" dirty="0">
                <a:solidFill>
                  <a:srgbClr val="7030A0"/>
                </a:solidFill>
                <a:latin typeface="Times New Roman" panose="02020603050405020304" pitchFamily="18" charset="0"/>
                <a:cs typeface="Times New Roman" panose="02020603050405020304" pitchFamily="18" charset="0"/>
              </a:rPr>
              <a:t>01.Image Encryption Phase (by the Content-Owner)</a:t>
            </a:r>
            <a:endParaRPr lang="en-IN" sz="2400" u="sng" dirty="0"/>
          </a:p>
        </p:txBody>
      </p:sp>
      <p:sp>
        <p:nvSpPr>
          <p:cNvPr id="2" name="Content Placeholder 1">
            <a:extLst>
              <a:ext uri="{FF2B5EF4-FFF2-40B4-BE49-F238E27FC236}">
                <a16:creationId xmlns:a16="http://schemas.microsoft.com/office/drawing/2014/main" id="{D5E7F2AD-B611-F21B-C8E4-F601FD2C8262}"/>
              </a:ext>
            </a:extLst>
          </p:cNvPr>
          <p:cNvSpPr>
            <a:spLocks noGrp="1"/>
          </p:cNvSpPr>
          <p:nvPr>
            <p:ph idx="1"/>
          </p:nvPr>
        </p:nvSpPr>
        <p:spPr>
          <a:xfrm>
            <a:off x="2072082" y="1551094"/>
            <a:ext cx="8702688" cy="4417673"/>
          </a:xfrm>
        </p:spPr>
        <p:txBody>
          <a:bodyPr>
            <a:normAutofit lnSpcReduction="10000"/>
          </a:bodyPr>
          <a:lstStyle/>
          <a:p>
            <a:pPr marL="0" indent="0">
              <a:buNone/>
            </a:pPr>
            <a:r>
              <a:rPr lang="en-IN" sz="2000" b="1" dirty="0">
                <a:solidFill>
                  <a:srgbClr val="002060"/>
                </a:solidFill>
                <a:latin typeface="Times New Roman" panose="02020603050405020304" pitchFamily="18" charset="0"/>
                <a:cs typeface="Times New Roman" panose="02020603050405020304" pitchFamily="18" charset="0"/>
              </a:rPr>
              <a:t>02. Image Encryption:</a:t>
            </a:r>
            <a:br>
              <a:rPr lang="en-IN" sz="2200" b="1" dirty="0">
                <a:solidFill>
                  <a:srgbClr val="002060"/>
                </a:solidFill>
                <a:latin typeface="Times New Roman" panose="02020603050405020304" pitchFamily="18" charset="0"/>
                <a:cs typeface="Times New Roman" panose="02020603050405020304" pitchFamily="18" charset="0"/>
              </a:rPr>
            </a:br>
            <a:r>
              <a:rPr lang="en-IN" sz="2400" dirty="0">
                <a:solidFill>
                  <a:srgbClr val="7030A0"/>
                </a:solidFill>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 Generate a </a:t>
            </a:r>
            <a:r>
              <a:rPr lang="en-IN" b="1" dirty="0">
                <a:latin typeface="Times New Roman" panose="02020603050405020304" pitchFamily="18" charset="0"/>
                <a:cs typeface="Times New Roman" panose="02020603050405020304" pitchFamily="18" charset="0"/>
              </a:rPr>
              <a:t>pseudo-random matrix r </a:t>
            </a:r>
            <a:r>
              <a:rPr lang="en-IN" dirty="0">
                <a:latin typeface="Times New Roman" panose="02020603050405020304" pitchFamily="18" charset="0"/>
                <a:cs typeface="Times New Roman" panose="02020603050405020304" pitchFamily="18" charset="0"/>
              </a:rPr>
              <a:t>of size m × n using the encryption key </a:t>
            </a:r>
            <a:r>
              <a:rPr lang="en-IN" b="1" dirty="0">
                <a:latin typeface="Times New Roman" panose="02020603050405020304" pitchFamily="18" charset="0"/>
                <a:cs typeface="Times New Roman" panose="02020603050405020304" pitchFamily="18" charset="0"/>
              </a:rPr>
              <a:t>Ke</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 Convert each pixel x(</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j) and r(</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j) into an 8-bit binary sequence.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c. Encrypt pixel using </a:t>
            </a:r>
            <a:r>
              <a:rPr lang="en-IN" b="1" dirty="0">
                <a:latin typeface="Times New Roman" panose="02020603050405020304" pitchFamily="18" charset="0"/>
                <a:cs typeface="Times New Roman" panose="02020603050405020304" pitchFamily="18" charset="0"/>
              </a:rPr>
              <a:t>bitwise XOR </a:t>
            </a:r>
            <a:r>
              <a:rPr lang="en-IN" dirty="0">
                <a:latin typeface="Times New Roman" panose="02020603050405020304" pitchFamily="18" charset="0"/>
                <a:cs typeface="Times New Roman" panose="02020603050405020304" pitchFamily="18" charset="0"/>
              </a:rPr>
              <a:t>operation: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x_enc_k</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a:t>
            </a:r>
            <a:r>
              <a:rPr lang="en-IN" b="1" dirty="0" err="1">
                <a:latin typeface="Times New Roman" panose="02020603050405020304" pitchFamily="18" charset="0"/>
                <a:cs typeface="Times New Roman" panose="02020603050405020304" pitchFamily="18" charset="0"/>
              </a:rPr>
              <a:t>x_k</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a:t>
            </a:r>
            <a:r>
              <a:rPr lang="en-IN" b="1" dirty="0" err="1">
                <a:latin typeface="Times New Roman" panose="02020603050405020304" pitchFamily="18" charset="0"/>
                <a:cs typeface="Times New Roman" panose="02020603050405020304" pitchFamily="18" charset="0"/>
              </a:rPr>
              <a:t>r_k</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k = 1,2,...,8</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 Compute the encrypted pixel value: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x_enc</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 (</a:t>
            </a:r>
            <a:r>
              <a:rPr lang="en-IN" b="1" dirty="0" err="1">
                <a:latin typeface="Times New Roman" panose="02020603050405020304" pitchFamily="18" charset="0"/>
                <a:cs typeface="Times New Roman" panose="02020603050405020304" pitchFamily="18" charset="0"/>
              </a:rPr>
              <a:t>x_enc_k</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2^(8−k)), k = 1,2,...,8</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e. Store encrypted image </a:t>
            </a:r>
            <a:r>
              <a:rPr lang="en-IN" b="1" dirty="0">
                <a:latin typeface="Times New Roman" panose="02020603050405020304" pitchFamily="18" charset="0"/>
                <a:cs typeface="Times New Roman" panose="02020603050405020304" pitchFamily="18" charset="0"/>
              </a:rPr>
              <a:t>Ie</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b="1" dirty="0">
                <a:solidFill>
                  <a:srgbClr val="002060"/>
                </a:solidFill>
                <a:latin typeface="Times New Roman" panose="02020603050405020304" pitchFamily="18" charset="0"/>
                <a:cs typeface="Times New Roman" panose="02020603050405020304" pitchFamily="18" charset="0"/>
              </a:rPr>
              <a:t>03. Compress Label Map using Huffman Coding:</a:t>
            </a:r>
            <a:br>
              <a:rPr lang="en-IN" sz="2000" b="1" dirty="0">
                <a:solidFill>
                  <a:srgbClr val="002060"/>
                </a:solidFill>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 Assign shorter codes to frequently occurring labels.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 Convert label map into a binary sequence: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LM = ∑ (</a:t>
            </a:r>
            <a:r>
              <a:rPr lang="en-IN" b="1" dirty="0" err="1">
                <a:latin typeface="Times New Roman" panose="02020603050405020304" pitchFamily="18" charset="0"/>
                <a:cs typeface="Times New Roman" panose="02020603050405020304" pitchFamily="18" charset="0"/>
              </a:rPr>
              <a:t>n_t</a:t>
            </a:r>
            <a:r>
              <a:rPr lang="en-IN" b="1" dirty="0">
                <a:latin typeface="Times New Roman" panose="02020603050405020304" pitchFamily="18" charset="0"/>
                <a:cs typeface="Times New Roman" panose="02020603050405020304" pitchFamily="18" charset="0"/>
              </a:rPr>
              <a:t> × </a:t>
            </a:r>
            <a:r>
              <a:rPr lang="en-IN" b="1" dirty="0" err="1">
                <a:latin typeface="Times New Roman" panose="02020603050405020304" pitchFamily="18" charset="0"/>
                <a:cs typeface="Times New Roman" panose="02020603050405020304" pitchFamily="18" charset="0"/>
              </a:rPr>
              <a:t>c_t</a:t>
            </a:r>
            <a:r>
              <a:rPr lang="en-IN" b="1" dirty="0">
                <a:latin typeface="Times New Roman" panose="02020603050405020304" pitchFamily="18" charset="0"/>
                <a:cs typeface="Times New Roman" panose="02020603050405020304" pitchFamily="18" charset="0"/>
              </a:rPr>
              <a:t>),  t = 0,1,2,...,8</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where </a:t>
            </a:r>
            <a:r>
              <a:rPr lang="en-IN" dirty="0" err="1">
                <a:latin typeface="Times New Roman" panose="02020603050405020304" pitchFamily="18" charset="0"/>
                <a:cs typeface="Times New Roman" panose="02020603050405020304" pitchFamily="18" charset="0"/>
              </a:rPr>
              <a:t>n_t</a:t>
            </a:r>
            <a:r>
              <a:rPr lang="en-IN" dirty="0">
                <a:latin typeface="Times New Roman" panose="02020603050405020304" pitchFamily="18" charset="0"/>
                <a:cs typeface="Times New Roman" panose="02020603050405020304" pitchFamily="18" charset="0"/>
              </a:rPr>
              <a:t> is the number of pixels with label t, and </a:t>
            </a:r>
            <a:r>
              <a:rPr lang="en-IN" dirty="0" err="1">
                <a:latin typeface="Times New Roman" panose="02020603050405020304" pitchFamily="18" charset="0"/>
                <a:cs typeface="Times New Roman" panose="02020603050405020304" pitchFamily="18" charset="0"/>
              </a:rPr>
              <a:t>c_t</a:t>
            </a:r>
            <a:r>
              <a:rPr lang="en-IN" dirty="0">
                <a:latin typeface="Times New Roman" panose="02020603050405020304" pitchFamily="18" charset="0"/>
                <a:cs typeface="Times New Roman" panose="02020603050405020304" pitchFamily="18" charset="0"/>
              </a:rPr>
              <a:t> is the length of the Huffman code.</a:t>
            </a:r>
            <a:br>
              <a:rPr lang="en-IN" dirty="0">
                <a:latin typeface="Times New Roman" panose="02020603050405020304" pitchFamily="18" charset="0"/>
                <a:cs typeface="Times New Roman" panose="02020603050405020304" pitchFamily="18" charset="0"/>
              </a:rPr>
            </a:br>
            <a:endParaRPr lang="en-IN" dirty="0"/>
          </a:p>
        </p:txBody>
      </p:sp>
      <p:sp>
        <p:nvSpPr>
          <p:cNvPr id="5" name="TextBox 4">
            <a:extLst>
              <a:ext uri="{FF2B5EF4-FFF2-40B4-BE49-F238E27FC236}">
                <a16:creationId xmlns:a16="http://schemas.microsoft.com/office/drawing/2014/main" id="{CA59602C-C7E8-3094-38AB-457B1677DD08}"/>
              </a:ext>
            </a:extLst>
          </p:cNvPr>
          <p:cNvSpPr txBox="1"/>
          <p:nvPr/>
        </p:nvSpPr>
        <p:spPr>
          <a:xfrm flipH="1">
            <a:off x="5474392" y="0"/>
            <a:ext cx="677672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4052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C5E608-A2AD-D060-7116-B059B19E044A}"/>
              </a:ext>
            </a:extLst>
          </p:cNvPr>
          <p:cNvSpPr>
            <a:spLocks noGrp="1"/>
          </p:cNvSpPr>
          <p:nvPr>
            <p:ph type="title"/>
          </p:nvPr>
        </p:nvSpPr>
        <p:spPr>
          <a:xfrm>
            <a:off x="1853966" y="746620"/>
            <a:ext cx="8568211" cy="830031"/>
          </a:xfrm>
        </p:spPr>
        <p:txBody>
          <a:bodyPr>
            <a:normAutofit/>
          </a:bodyPr>
          <a:lstStyle/>
          <a:p>
            <a:pPr>
              <a:spcBef>
                <a:spcPts val="200"/>
              </a:spcBef>
              <a:spcAft>
                <a:spcPts val="200"/>
              </a:spcAft>
            </a:pPr>
            <a:r>
              <a:rPr lang="en-IN" sz="2800" b="1" u="sng" dirty="0">
                <a:solidFill>
                  <a:srgbClr val="7030A0"/>
                </a:solidFill>
                <a:latin typeface="Times New Roman" panose="02020603050405020304" pitchFamily="18" charset="0"/>
                <a:cs typeface="Times New Roman" panose="02020603050405020304" pitchFamily="18" charset="0"/>
              </a:rPr>
              <a:t>01.Image Encryption Phase (by the Content-Owner)</a:t>
            </a:r>
            <a:endParaRPr lang="en-IN" sz="2800" u="sng"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09F8D58-5917-A370-F272-FD1D3AB4ECD4}"/>
              </a:ext>
            </a:extLst>
          </p:cNvPr>
          <p:cNvSpPr>
            <a:spLocks noGrp="1"/>
          </p:cNvSpPr>
          <p:nvPr>
            <p:ph idx="1"/>
          </p:nvPr>
        </p:nvSpPr>
        <p:spPr>
          <a:xfrm>
            <a:off x="1853966" y="1576651"/>
            <a:ext cx="9650645" cy="4334571"/>
          </a:xfrm>
        </p:spPr>
        <p:txBody>
          <a:bodyPr/>
          <a:lstStyle/>
          <a:p>
            <a:pPr marL="0" indent="0">
              <a:buNone/>
            </a:pPr>
            <a:r>
              <a:rPr lang="en-IN" sz="2000" b="1" dirty="0">
                <a:solidFill>
                  <a:srgbClr val="002060"/>
                </a:solidFill>
                <a:latin typeface="Times New Roman" panose="02020603050405020304" pitchFamily="18" charset="0"/>
                <a:cs typeface="Times New Roman" panose="02020603050405020304" pitchFamily="18" charset="0"/>
              </a:rPr>
              <a:t>04. Embed Label Map into Encrypted Image:</a:t>
            </a:r>
            <a:br>
              <a:rPr lang="en-IN" sz="2000" b="1" dirty="0">
                <a:solidFill>
                  <a:srgbClr val="002060"/>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 Convert the Huffman-encoded label map into a binary sequence.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 Store Huffman coding rule and label map in </a:t>
            </a:r>
            <a:r>
              <a:rPr lang="en-IN" b="1" dirty="0">
                <a:latin typeface="Times New Roman" panose="02020603050405020304" pitchFamily="18" charset="0"/>
                <a:cs typeface="Times New Roman" panose="02020603050405020304" pitchFamily="18" charset="0"/>
              </a:rPr>
              <a:t>reference pixels</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c. Embed the remaining auxiliary information using </a:t>
            </a:r>
            <a:r>
              <a:rPr lang="en-IN" b="1" dirty="0">
                <a:latin typeface="Times New Roman" panose="02020603050405020304" pitchFamily="18" charset="0"/>
                <a:cs typeface="Times New Roman" panose="02020603050405020304" pitchFamily="18" charset="0"/>
              </a:rPr>
              <a:t>multi-MSB substitution</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x'_enc</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 </a:t>
            </a:r>
            <a:r>
              <a:rPr lang="en-IN" b="1" dirty="0" err="1">
                <a:latin typeface="Times New Roman" panose="02020603050405020304" pitchFamily="18" charset="0"/>
                <a:cs typeface="Times New Roman" panose="02020603050405020304" pitchFamily="18" charset="0"/>
              </a:rPr>
              <a:t>x_enc</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mod 2^(7−t) + ∑(</a:t>
            </a:r>
            <a:r>
              <a:rPr lang="en-IN" b="1" dirty="0" err="1">
                <a:latin typeface="Times New Roman" panose="02020603050405020304" pitchFamily="18" charset="0"/>
                <a:cs typeface="Times New Roman" panose="02020603050405020304" pitchFamily="18" charset="0"/>
              </a:rPr>
              <a:t>b_s</a:t>
            </a:r>
            <a:r>
              <a:rPr lang="en-IN" b="1" dirty="0">
                <a:latin typeface="Times New Roman" panose="02020603050405020304" pitchFamily="18" charset="0"/>
                <a:cs typeface="Times New Roman" panose="02020603050405020304" pitchFamily="18" charset="0"/>
              </a:rPr>
              <a:t> × 2^(7−s)), 0 ≤ t ≤ 6</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 ∑(</a:t>
            </a:r>
            <a:r>
              <a:rPr lang="en-IN" b="1" dirty="0" err="1">
                <a:latin typeface="Times New Roman" panose="02020603050405020304" pitchFamily="18" charset="0"/>
                <a:cs typeface="Times New Roman" panose="02020603050405020304" pitchFamily="18" charset="0"/>
              </a:rPr>
              <a:t>b_s</a:t>
            </a:r>
            <a:r>
              <a:rPr lang="en-IN" b="1" dirty="0">
                <a:latin typeface="Times New Roman" panose="02020603050405020304" pitchFamily="18" charset="0"/>
                <a:cs typeface="Times New Roman" panose="02020603050405020304" pitchFamily="18" charset="0"/>
              </a:rPr>
              <a:t> × 2^(8−s)), 7 ≤ t ≤ 8</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where </a:t>
            </a:r>
            <a:r>
              <a:rPr lang="en-IN" dirty="0" err="1">
                <a:latin typeface="Times New Roman" panose="02020603050405020304" pitchFamily="18" charset="0"/>
                <a:cs typeface="Times New Roman" panose="02020603050405020304" pitchFamily="18" charset="0"/>
              </a:rPr>
              <a:t>b_s</a:t>
            </a:r>
            <a:r>
              <a:rPr lang="en-IN" dirty="0">
                <a:latin typeface="Times New Roman" panose="02020603050405020304" pitchFamily="18" charset="0"/>
                <a:cs typeface="Times New Roman" panose="02020603050405020304" pitchFamily="18" charset="0"/>
              </a:rPr>
              <a:t> represents auxiliary information bits.</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b="1" dirty="0">
                <a:solidFill>
                  <a:srgbClr val="7030A0"/>
                </a:solidFill>
                <a:latin typeface="Times New Roman" panose="02020603050405020304" pitchFamily="18" charset="0"/>
                <a:cs typeface="Times New Roman" panose="02020603050405020304" pitchFamily="18" charset="0"/>
              </a:rPr>
            </a:br>
            <a:endParaRPr lang="en-IN" dirty="0"/>
          </a:p>
        </p:txBody>
      </p:sp>
      <p:sp>
        <p:nvSpPr>
          <p:cNvPr id="5" name="TextBox 4">
            <a:extLst>
              <a:ext uri="{FF2B5EF4-FFF2-40B4-BE49-F238E27FC236}">
                <a16:creationId xmlns:a16="http://schemas.microsoft.com/office/drawing/2014/main" id="{110E007B-46C8-7FAC-8BE1-9809BAC0CBDE}"/>
              </a:ext>
            </a:extLst>
          </p:cNvPr>
          <p:cNvSpPr txBox="1"/>
          <p:nvPr/>
        </p:nvSpPr>
        <p:spPr>
          <a:xfrm>
            <a:off x="5506720" y="62038"/>
            <a:ext cx="668528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6906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C5E608-A2AD-D060-7116-B059B19E044A}"/>
              </a:ext>
            </a:extLst>
          </p:cNvPr>
          <p:cNvSpPr>
            <a:spLocks noGrp="1"/>
          </p:cNvSpPr>
          <p:nvPr>
            <p:ph type="title"/>
          </p:nvPr>
        </p:nvSpPr>
        <p:spPr>
          <a:xfrm>
            <a:off x="1753299" y="837721"/>
            <a:ext cx="9684201" cy="958222"/>
          </a:xfrm>
        </p:spPr>
        <p:txBody>
          <a:bodyPr>
            <a:normAutofit/>
          </a:bodyPr>
          <a:lstStyle/>
          <a:p>
            <a:pPr>
              <a:spcBef>
                <a:spcPts val="200"/>
              </a:spcBef>
              <a:spcAft>
                <a:spcPts val="200"/>
              </a:spcAft>
            </a:pPr>
            <a:r>
              <a:rPr lang="en-IN" sz="2800" b="1" u="sng" dirty="0">
                <a:solidFill>
                  <a:srgbClr val="7030A0"/>
                </a:solidFill>
                <a:latin typeface="Times New Roman" panose="02020603050405020304" pitchFamily="18" charset="0"/>
                <a:cs typeface="Times New Roman" panose="02020603050405020304" pitchFamily="18" charset="0"/>
              </a:rPr>
              <a:t>02.Data Embedding Phase(by the Content-Hider)</a:t>
            </a:r>
            <a:br>
              <a:rPr lang="en-IN" sz="2800" b="1" u="sng" dirty="0">
                <a:solidFill>
                  <a:srgbClr val="7030A0"/>
                </a:solidFill>
                <a:latin typeface="Times New Roman" panose="02020603050405020304" pitchFamily="18" charset="0"/>
                <a:cs typeface="Times New Roman" panose="02020603050405020304" pitchFamily="18" charset="0"/>
              </a:rPr>
            </a:br>
            <a:endParaRPr lang="en-IN" sz="2800" u="sng" dirty="0">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81893ACF-9F7B-59A2-C2DC-9BAD3A162323}"/>
              </a:ext>
            </a:extLst>
          </p:cNvPr>
          <p:cNvSpPr>
            <a:spLocks noGrp="1"/>
          </p:cNvSpPr>
          <p:nvPr>
            <p:ph idx="1"/>
          </p:nvPr>
        </p:nvSpPr>
        <p:spPr>
          <a:xfrm>
            <a:off x="1904301" y="1686187"/>
            <a:ext cx="9600311" cy="4225035"/>
          </a:xfrm>
        </p:spPr>
        <p:txBody>
          <a:bodyPr>
            <a:normAutofit/>
          </a:bodyPr>
          <a:lstStyle/>
          <a:p>
            <a:pPr marL="0" indent="0">
              <a:buNone/>
            </a:pPr>
            <a:r>
              <a:rPr lang="en-IN" sz="2000" b="1" dirty="0">
                <a:solidFill>
                  <a:srgbClr val="002060"/>
                </a:solidFill>
                <a:latin typeface="Times New Roman" panose="02020603050405020304" pitchFamily="18" charset="0"/>
                <a:cs typeface="Times New Roman" panose="02020603050405020304" pitchFamily="18" charset="0"/>
              </a:rPr>
              <a:t>01. Hide Secret Data:</a:t>
            </a:r>
            <a:br>
              <a:rPr lang="en-IN" b="1" dirty="0">
                <a:solidFill>
                  <a:srgbClr val="002060"/>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 Extract the </a:t>
            </a:r>
            <a:r>
              <a:rPr lang="en-IN" b="1" dirty="0">
                <a:latin typeface="Times New Roman" panose="02020603050405020304" pitchFamily="18" charset="0"/>
                <a:cs typeface="Times New Roman" panose="02020603050405020304" pitchFamily="18" charset="0"/>
              </a:rPr>
              <a:t>Huffman coding rule</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label map</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 Compute the </a:t>
            </a:r>
            <a:r>
              <a:rPr lang="en-IN" b="1" dirty="0">
                <a:latin typeface="Times New Roman" panose="02020603050405020304" pitchFamily="18" charset="0"/>
                <a:cs typeface="Times New Roman" panose="02020603050405020304" pitchFamily="18" charset="0"/>
              </a:rPr>
              <a:t>embedding capacity</a:t>
            </a:r>
            <a:r>
              <a:rPr lang="en-IN" dirty="0">
                <a:latin typeface="Times New Roman" panose="02020603050405020304" pitchFamily="18" charset="0"/>
                <a:cs typeface="Times New Roman" panose="02020603050405020304" pitchFamily="18" charset="0"/>
              </a:rPr>
              <a:t> based on the label map.</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c. Encrypt the additional data using the </a:t>
            </a:r>
            <a:r>
              <a:rPr lang="en-IN" b="1" dirty="0">
                <a:latin typeface="Times New Roman" panose="02020603050405020304" pitchFamily="18" charset="0"/>
                <a:cs typeface="Times New Roman" panose="02020603050405020304" pitchFamily="18" charset="0"/>
              </a:rPr>
              <a:t>data hiding key </a:t>
            </a:r>
            <a:r>
              <a:rPr lang="en-IN" b="1" dirty="0" err="1">
                <a:latin typeface="Times New Roman" panose="02020603050405020304" pitchFamily="18" charset="0"/>
                <a:cs typeface="Times New Roman" panose="02020603050405020304" pitchFamily="18" charset="0"/>
              </a:rPr>
              <a:t>Kd</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 Embed data in encrypted image pixels using </a:t>
            </a:r>
            <a:r>
              <a:rPr lang="en-IN" b="1" dirty="0">
                <a:latin typeface="Times New Roman" panose="02020603050405020304" pitchFamily="18" charset="0"/>
                <a:cs typeface="Times New Roman" panose="02020603050405020304" pitchFamily="18" charset="0"/>
              </a:rPr>
              <a:t>multi-MSB substitution</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e. Store the </a:t>
            </a:r>
            <a:r>
              <a:rPr lang="en-IN" b="1" dirty="0">
                <a:latin typeface="Times New Roman" panose="02020603050405020304" pitchFamily="18" charset="0"/>
                <a:cs typeface="Times New Roman" panose="02020603050405020304" pitchFamily="18" charset="0"/>
              </a:rPr>
              <a:t>marked encrypted image </a:t>
            </a:r>
            <a:r>
              <a:rPr lang="en-IN" b="1" dirty="0" err="1">
                <a:latin typeface="Times New Roman" panose="02020603050405020304" pitchFamily="18" charset="0"/>
                <a:cs typeface="Times New Roman" panose="02020603050405020304" pitchFamily="18" charset="0"/>
              </a:rPr>
              <a:t>Iew</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endParaRPr lang="en-IN" dirty="0"/>
          </a:p>
        </p:txBody>
      </p:sp>
      <p:sp>
        <p:nvSpPr>
          <p:cNvPr id="5" name="TextBox 4">
            <a:extLst>
              <a:ext uri="{FF2B5EF4-FFF2-40B4-BE49-F238E27FC236}">
                <a16:creationId xmlns:a16="http://schemas.microsoft.com/office/drawing/2014/main" id="{110E007B-46C8-7FAC-8BE1-9809BAC0CBDE}"/>
              </a:ext>
            </a:extLst>
          </p:cNvPr>
          <p:cNvSpPr txBox="1"/>
          <p:nvPr/>
        </p:nvSpPr>
        <p:spPr>
          <a:xfrm>
            <a:off x="5506720" y="62038"/>
            <a:ext cx="668528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5912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97716-F7BB-E8E1-A7BE-ED99798FD16D}"/>
              </a:ext>
            </a:extLst>
          </p:cNvPr>
          <p:cNvSpPr>
            <a:spLocks noGrp="1"/>
          </p:cNvSpPr>
          <p:nvPr>
            <p:ph type="title"/>
          </p:nvPr>
        </p:nvSpPr>
        <p:spPr>
          <a:xfrm>
            <a:off x="1761688" y="624110"/>
            <a:ext cx="10192623" cy="1028521"/>
          </a:xfrm>
        </p:spPr>
        <p:txBody>
          <a:bodyPr>
            <a:noAutofit/>
          </a:bodyPr>
          <a:lstStyle/>
          <a:p>
            <a:pPr>
              <a:spcBef>
                <a:spcPts val="200"/>
              </a:spcBef>
              <a:spcAft>
                <a:spcPts val="200"/>
              </a:spcAft>
            </a:pPr>
            <a:r>
              <a:rPr lang="en-US" sz="2800" b="1" u="sng" dirty="0">
                <a:solidFill>
                  <a:srgbClr val="7030A0"/>
                </a:solidFill>
                <a:latin typeface="Times New Roman" panose="02020603050405020304" pitchFamily="18" charset="0"/>
                <a:cs typeface="Times New Roman" panose="02020603050405020304" pitchFamily="18" charset="0"/>
              </a:rPr>
              <a:t>03.Data Extraction &amp; Image Decryption Phase (by the Receiver)</a:t>
            </a:r>
            <a:br>
              <a:rPr lang="en-IN" sz="2800" b="1" u="sng" dirty="0">
                <a:solidFill>
                  <a:srgbClr val="7030A0"/>
                </a:solidFill>
                <a:latin typeface="Times New Roman" panose="02020603050405020304" pitchFamily="18" charset="0"/>
                <a:cs typeface="Times New Roman" panose="02020603050405020304" pitchFamily="18" charset="0"/>
              </a:rPr>
            </a:br>
            <a:endParaRPr lang="en-IN" sz="2800"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BB9CD9-76B5-3538-7DDE-313FB09FDE20}"/>
              </a:ext>
            </a:extLst>
          </p:cNvPr>
          <p:cNvSpPr>
            <a:spLocks noGrp="1"/>
          </p:cNvSpPr>
          <p:nvPr>
            <p:ph idx="1"/>
          </p:nvPr>
        </p:nvSpPr>
        <p:spPr>
          <a:xfrm>
            <a:off x="1761688" y="1652631"/>
            <a:ext cx="9742924" cy="4258591"/>
          </a:xfrm>
        </p:spPr>
        <p:txBody>
          <a:bodyPr>
            <a:normAutofit fontScale="92500" lnSpcReduction="10000"/>
          </a:bodyPr>
          <a:lstStyle/>
          <a:p>
            <a:pPr marL="0" indent="0">
              <a:buNone/>
            </a:pPr>
            <a:r>
              <a:rPr lang="en-IN" sz="2000" b="1" dirty="0">
                <a:solidFill>
                  <a:srgbClr val="002060"/>
                </a:solidFill>
                <a:latin typeface="Times New Roman" panose="02020603050405020304" pitchFamily="18" charset="0"/>
                <a:cs typeface="Times New Roman" panose="02020603050405020304" pitchFamily="18" charset="0"/>
              </a:rPr>
              <a:t>01.Extract Data:</a:t>
            </a:r>
            <a:br>
              <a:rPr lang="en-IN" sz="2000" b="1" dirty="0">
                <a:solidFill>
                  <a:srgbClr val="002060"/>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 Extract Huffman coding rule and label map from </a:t>
            </a:r>
            <a:r>
              <a:rPr lang="en-IN" b="1" dirty="0" err="1">
                <a:latin typeface="Times New Roman" panose="02020603050405020304" pitchFamily="18" charset="0"/>
                <a:cs typeface="Times New Roman" panose="02020603050405020304" pitchFamily="18" charset="0"/>
              </a:rPr>
              <a:t>Iew</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 Extract embedded data by the </a:t>
            </a:r>
            <a:r>
              <a:rPr lang="en-IN" b="1" dirty="0">
                <a:latin typeface="Times New Roman" panose="02020603050405020304" pitchFamily="18" charset="0"/>
                <a:cs typeface="Times New Roman" panose="02020603050405020304" pitchFamily="18" charset="0"/>
              </a:rPr>
              <a:t>data hiding key </a:t>
            </a:r>
            <a:r>
              <a:rPr lang="en-IN" b="1" dirty="0" err="1">
                <a:latin typeface="Times New Roman" panose="02020603050405020304" pitchFamily="18" charset="0"/>
                <a:cs typeface="Times New Roman" panose="02020603050405020304" pitchFamily="18" charset="0"/>
              </a:rPr>
              <a:t>Kd</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sz="2000" b="1" dirty="0">
                <a:solidFill>
                  <a:srgbClr val="002060"/>
                </a:solidFill>
                <a:latin typeface="Times New Roman" panose="02020603050405020304" pitchFamily="18" charset="0"/>
                <a:cs typeface="Times New Roman" panose="02020603050405020304" pitchFamily="18" charset="0"/>
              </a:rPr>
              <a:t>02. Recover Original Image:</a:t>
            </a:r>
            <a:br>
              <a:rPr lang="en-IN" sz="2000" b="1" dirty="0">
                <a:solidFill>
                  <a:srgbClr val="002060"/>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 Decrypt the encrypted pixels using </a:t>
            </a:r>
            <a:r>
              <a:rPr lang="en-IN" b="1" dirty="0">
                <a:latin typeface="Times New Roman" panose="02020603050405020304" pitchFamily="18" charset="0"/>
                <a:cs typeface="Times New Roman" panose="02020603050405020304" pitchFamily="18" charset="0"/>
              </a:rPr>
              <a:t>Ke</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x_k</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a:t>
            </a:r>
            <a:r>
              <a:rPr lang="en-IN" b="1" dirty="0" err="1">
                <a:latin typeface="Times New Roman" panose="02020603050405020304" pitchFamily="18" charset="0"/>
                <a:cs typeface="Times New Roman" panose="02020603050405020304" pitchFamily="18" charset="0"/>
              </a:rPr>
              <a:t>x_enc_k</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a:t>
            </a:r>
            <a:r>
              <a:rPr lang="en-IN" b="1" dirty="0" err="1">
                <a:latin typeface="Times New Roman" panose="02020603050405020304" pitchFamily="18" charset="0"/>
                <a:cs typeface="Times New Roman" panose="02020603050405020304" pitchFamily="18" charset="0"/>
              </a:rPr>
              <a:t>r_k</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k = 1,2,...,8</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 Use the extracted </a:t>
            </a:r>
            <a:r>
              <a:rPr lang="en-IN" b="1" dirty="0">
                <a:latin typeface="Times New Roman" panose="02020603050405020304" pitchFamily="18" charset="0"/>
                <a:cs typeface="Times New Roman" panose="02020603050405020304" pitchFamily="18" charset="0"/>
              </a:rPr>
              <a:t>label map</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MED predictor</a:t>
            </a:r>
            <a:r>
              <a:rPr lang="en-IN" dirty="0">
                <a:latin typeface="Times New Roman" panose="02020603050405020304" pitchFamily="18" charset="0"/>
                <a:cs typeface="Times New Roman" panose="02020603050405020304" pitchFamily="18" charset="0"/>
              </a:rPr>
              <a:t> to reconstruct the original pixel:</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x(</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j)_</a:t>
            </a:r>
            <a:r>
              <a:rPr lang="en-IN" b="1" dirty="0" err="1">
                <a:latin typeface="Times New Roman" panose="02020603050405020304" pitchFamily="18" charset="0"/>
                <a:cs typeface="Times New Roman" panose="02020603050405020304" pitchFamily="18" charset="0"/>
              </a:rPr>
              <a:t>tMSB</a:t>
            </a:r>
            <a:r>
              <a:rPr lang="en-IN" b="1" dirty="0">
                <a:latin typeface="Times New Roman" panose="02020603050405020304" pitchFamily="18" charset="0"/>
                <a:cs typeface="Times New Roman" panose="02020603050405020304" pitchFamily="18" charset="0"/>
              </a:rPr>
              <a:t> + b_(t+1) × 2^(7−t) + </a:t>
            </a:r>
            <a:r>
              <a:rPr lang="en-IN" b="1" dirty="0" err="1">
                <a:latin typeface="Times New Roman" panose="02020603050405020304" pitchFamily="18" charset="0"/>
                <a:cs typeface="Times New Roman" panose="02020603050405020304" pitchFamily="18" charset="0"/>
              </a:rPr>
              <a:t>x'_enc</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mod 2^(7−t),  0 ≤ t ≤ 7</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t = 8</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c. Recover the </a:t>
            </a:r>
            <a:r>
              <a:rPr lang="en-IN" b="1" dirty="0">
                <a:latin typeface="Times New Roman" panose="02020603050405020304" pitchFamily="18" charset="0"/>
                <a:cs typeface="Times New Roman" panose="02020603050405020304" pitchFamily="18" charset="0"/>
              </a:rPr>
              <a:t>MSBs</a:t>
            </a:r>
            <a:r>
              <a:rPr lang="en-IN" dirty="0">
                <a:latin typeface="Times New Roman" panose="02020603050405020304" pitchFamily="18" charset="0"/>
                <a:cs typeface="Times New Roman" panose="02020603050405020304" pitchFamily="18" charset="0"/>
              </a:rPr>
              <a:t> of each pixel:</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b_(t+1) =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 0, if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_(t+1)(</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1</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 1, if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_(t+1)(</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0</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 Restore the </a:t>
            </a:r>
            <a:r>
              <a:rPr lang="en-IN" b="1" dirty="0">
                <a:latin typeface="Times New Roman" panose="02020603050405020304" pitchFamily="18" charset="0"/>
                <a:cs typeface="Times New Roman" panose="02020603050405020304" pitchFamily="18" charset="0"/>
              </a:rPr>
              <a:t>original image </a:t>
            </a:r>
            <a:r>
              <a:rPr lang="en-IN" b="1" dirty="0" err="1">
                <a:latin typeface="Times New Roman" panose="02020603050405020304" pitchFamily="18" charset="0"/>
                <a:cs typeface="Times New Roman" panose="02020603050405020304" pitchFamily="18" charset="0"/>
              </a:rPr>
              <a:t>losslessly</a:t>
            </a:r>
            <a:r>
              <a:rPr lang="en-IN" dirty="0">
                <a:latin typeface="Times New Roman" panose="02020603050405020304" pitchFamily="18" charset="0"/>
                <a:cs typeface="Times New Roman" panose="02020603050405020304" pitchFamily="18" charset="0"/>
              </a:rPr>
              <a:t>.</a:t>
            </a:r>
            <a:endParaRPr lang="en-IN" dirty="0"/>
          </a:p>
        </p:txBody>
      </p:sp>
      <p:sp>
        <p:nvSpPr>
          <p:cNvPr id="5" name="TextBox 4">
            <a:extLst>
              <a:ext uri="{FF2B5EF4-FFF2-40B4-BE49-F238E27FC236}">
                <a16:creationId xmlns:a16="http://schemas.microsoft.com/office/drawing/2014/main" id="{5C296A85-F6E1-1858-5EEF-C39FAC4E8BA7}"/>
              </a:ext>
            </a:extLst>
          </p:cNvPr>
          <p:cNvSpPr txBox="1"/>
          <p:nvPr/>
        </p:nvSpPr>
        <p:spPr>
          <a:xfrm>
            <a:off x="5503229" y="0"/>
            <a:ext cx="668877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1016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A0A46-C635-E85B-1C8C-68BDDC07BCAE}"/>
              </a:ext>
            </a:extLst>
          </p:cNvPr>
          <p:cNvSpPr>
            <a:spLocks noGrp="1"/>
          </p:cNvSpPr>
          <p:nvPr>
            <p:ph type="title"/>
          </p:nvPr>
        </p:nvSpPr>
        <p:spPr>
          <a:xfrm>
            <a:off x="1786857" y="733167"/>
            <a:ext cx="9524810" cy="667795"/>
          </a:xfrm>
        </p:spPr>
        <p:txBody>
          <a:bodyPr/>
          <a:lstStyle/>
          <a:p>
            <a:r>
              <a:rPr lang="en-IN" b="1" dirty="0">
                <a:solidFill>
                  <a:srgbClr val="002060"/>
                </a:solidFill>
                <a:latin typeface="Times New Roman" panose="02020603050405020304" pitchFamily="18" charset="0"/>
                <a:cs typeface="Times New Roman" panose="02020603050405020304" pitchFamily="18" charset="0"/>
              </a:rPr>
              <a:t>CODE FOR IMAGE ENCRYPTION PHASE</a:t>
            </a:r>
          </a:p>
        </p:txBody>
      </p:sp>
      <p:sp>
        <p:nvSpPr>
          <p:cNvPr id="6" name="TextBox 5">
            <a:extLst>
              <a:ext uri="{FF2B5EF4-FFF2-40B4-BE49-F238E27FC236}">
                <a16:creationId xmlns:a16="http://schemas.microsoft.com/office/drawing/2014/main" id="{5E5F73A1-6A8D-B2D1-AE88-F403FA6D13A4}"/>
              </a:ext>
            </a:extLst>
          </p:cNvPr>
          <p:cNvSpPr txBox="1"/>
          <p:nvPr/>
        </p:nvSpPr>
        <p:spPr>
          <a:xfrm>
            <a:off x="5396917" y="84547"/>
            <a:ext cx="679508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D4C2B13A-2190-926F-4047-659829F51CE0}"/>
              </a:ext>
            </a:extLst>
          </p:cNvPr>
          <p:cNvPicPr>
            <a:picLocks noGrp="1" noChangeAspect="1"/>
          </p:cNvPicPr>
          <p:nvPr>
            <p:ph idx="1"/>
          </p:nvPr>
        </p:nvPicPr>
        <p:blipFill>
          <a:blip r:embed="rId2"/>
          <a:stretch>
            <a:fillRect/>
          </a:stretch>
        </p:blipFill>
        <p:spPr>
          <a:xfrm>
            <a:off x="1870363" y="1587916"/>
            <a:ext cx="8952807" cy="4746381"/>
          </a:xfrm>
        </p:spPr>
      </p:pic>
    </p:spTree>
    <p:extLst>
      <p:ext uri="{BB962C8B-B14F-4D97-AF65-F5344CB8AC3E}">
        <p14:creationId xmlns:p14="http://schemas.microsoft.com/office/powerpoint/2010/main" val="3920564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2F3B5F-28D2-9F05-2783-287674C39455}"/>
              </a:ext>
            </a:extLst>
          </p:cNvPr>
          <p:cNvSpPr>
            <a:spLocks noGrp="1"/>
          </p:cNvSpPr>
          <p:nvPr>
            <p:ph type="title"/>
          </p:nvPr>
        </p:nvSpPr>
        <p:spPr>
          <a:xfrm>
            <a:off x="2055303" y="1308683"/>
            <a:ext cx="9449309" cy="3783433"/>
          </a:xfrm>
        </p:spPr>
        <p:txBody>
          <a:bodyPr>
            <a:normAutofit/>
          </a:bodyPr>
          <a:lstStyle/>
          <a:p>
            <a:endParaRPr lang="en-IN" dirty="0"/>
          </a:p>
        </p:txBody>
      </p:sp>
      <p:sp>
        <p:nvSpPr>
          <p:cNvPr id="7" name="TextBox 6">
            <a:extLst>
              <a:ext uri="{FF2B5EF4-FFF2-40B4-BE49-F238E27FC236}">
                <a16:creationId xmlns:a16="http://schemas.microsoft.com/office/drawing/2014/main" id="{0E5C9FD6-E02E-F737-E5FD-3CDD4712BBDD}"/>
              </a:ext>
            </a:extLst>
          </p:cNvPr>
          <p:cNvSpPr txBox="1"/>
          <p:nvPr/>
        </p:nvSpPr>
        <p:spPr>
          <a:xfrm>
            <a:off x="5519956" y="0"/>
            <a:ext cx="679508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7C7569C-7D14-9CAC-C827-26D0F02E0B89}"/>
              </a:ext>
            </a:extLst>
          </p:cNvPr>
          <p:cNvPicPr>
            <a:picLocks noChangeAspect="1"/>
          </p:cNvPicPr>
          <p:nvPr/>
        </p:nvPicPr>
        <p:blipFill>
          <a:blip r:embed="rId2"/>
          <a:stretch>
            <a:fillRect/>
          </a:stretch>
        </p:blipFill>
        <p:spPr>
          <a:xfrm>
            <a:off x="2271178" y="542522"/>
            <a:ext cx="7649643" cy="5772956"/>
          </a:xfrm>
          <a:prstGeom prst="rect">
            <a:avLst/>
          </a:prstGeom>
        </p:spPr>
      </p:pic>
    </p:spTree>
    <p:extLst>
      <p:ext uri="{BB962C8B-B14F-4D97-AF65-F5344CB8AC3E}">
        <p14:creationId xmlns:p14="http://schemas.microsoft.com/office/powerpoint/2010/main" val="3833893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BFF9F-962C-FE03-BA2D-34496FD3E003}"/>
              </a:ext>
            </a:extLst>
          </p:cNvPr>
          <p:cNvSpPr>
            <a:spLocks noGrp="1"/>
          </p:cNvSpPr>
          <p:nvPr>
            <p:ph type="title"/>
          </p:nvPr>
        </p:nvSpPr>
        <p:spPr>
          <a:xfrm>
            <a:off x="2295388" y="1176491"/>
            <a:ext cx="9390585" cy="4282530"/>
          </a:xfrm>
        </p:spPr>
        <p:txBody>
          <a:bodyPr/>
          <a:lstStyle/>
          <a:p>
            <a:endParaRPr lang="en-IN" dirty="0"/>
          </a:p>
        </p:txBody>
      </p:sp>
      <p:sp>
        <p:nvSpPr>
          <p:cNvPr id="5" name="TextBox 4">
            <a:extLst>
              <a:ext uri="{FF2B5EF4-FFF2-40B4-BE49-F238E27FC236}">
                <a16:creationId xmlns:a16="http://schemas.microsoft.com/office/drawing/2014/main" id="{ADFF26D0-A4E8-C93F-FADF-3C712C9198AE}"/>
              </a:ext>
            </a:extLst>
          </p:cNvPr>
          <p:cNvSpPr txBox="1"/>
          <p:nvPr/>
        </p:nvSpPr>
        <p:spPr>
          <a:xfrm>
            <a:off x="5503179" y="92279"/>
            <a:ext cx="66888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DA0DEFB-F267-481C-DD78-EA97308B5AC4}"/>
              </a:ext>
            </a:extLst>
          </p:cNvPr>
          <p:cNvPicPr>
            <a:picLocks noChangeAspect="1"/>
          </p:cNvPicPr>
          <p:nvPr/>
        </p:nvPicPr>
        <p:blipFill>
          <a:blip r:embed="rId2"/>
          <a:stretch>
            <a:fillRect/>
          </a:stretch>
        </p:blipFill>
        <p:spPr>
          <a:xfrm>
            <a:off x="2111434" y="1072342"/>
            <a:ext cx="9833732" cy="5029200"/>
          </a:xfrm>
          <a:prstGeom prst="rect">
            <a:avLst/>
          </a:prstGeom>
        </p:spPr>
      </p:pic>
    </p:spTree>
    <p:extLst>
      <p:ext uri="{BB962C8B-B14F-4D97-AF65-F5344CB8AC3E}">
        <p14:creationId xmlns:p14="http://schemas.microsoft.com/office/powerpoint/2010/main" val="849040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4AA6E-25FA-C796-EF0C-B2BA4930A551}"/>
              </a:ext>
            </a:extLst>
          </p:cNvPr>
          <p:cNvSpPr>
            <a:spLocks noGrp="1"/>
          </p:cNvSpPr>
          <p:nvPr>
            <p:ph type="title"/>
          </p:nvPr>
        </p:nvSpPr>
        <p:spPr>
          <a:xfrm>
            <a:off x="2608976" y="998290"/>
            <a:ext cx="8895635" cy="5142450"/>
          </a:xfrm>
        </p:spPr>
        <p:txBody>
          <a:bodyPr/>
          <a:lstStyle/>
          <a:p>
            <a:endParaRPr lang="en-IN" dirty="0"/>
          </a:p>
        </p:txBody>
      </p:sp>
      <p:sp>
        <p:nvSpPr>
          <p:cNvPr id="5" name="TextBox 4">
            <a:extLst>
              <a:ext uri="{FF2B5EF4-FFF2-40B4-BE49-F238E27FC236}">
                <a16:creationId xmlns:a16="http://schemas.microsoft.com/office/drawing/2014/main" id="{759D5075-8EA2-F427-E3E9-F0F005B07461}"/>
              </a:ext>
            </a:extLst>
          </p:cNvPr>
          <p:cNvSpPr txBox="1"/>
          <p:nvPr/>
        </p:nvSpPr>
        <p:spPr>
          <a:xfrm>
            <a:off x="5587067" y="20972"/>
            <a:ext cx="660493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3EAB6A2-4352-FBD7-7B68-5869833EF042}"/>
              </a:ext>
            </a:extLst>
          </p:cNvPr>
          <p:cNvPicPr>
            <a:picLocks noChangeAspect="1"/>
          </p:cNvPicPr>
          <p:nvPr/>
        </p:nvPicPr>
        <p:blipFill>
          <a:blip r:embed="rId2"/>
          <a:stretch>
            <a:fillRect/>
          </a:stretch>
        </p:blipFill>
        <p:spPr>
          <a:xfrm>
            <a:off x="2177935" y="897775"/>
            <a:ext cx="9434945" cy="5580564"/>
          </a:xfrm>
          <a:prstGeom prst="rect">
            <a:avLst/>
          </a:prstGeom>
        </p:spPr>
      </p:pic>
    </p:spTree>
    <p:extLst>
      <p:ext uri="{BB962C8B-B14F-4D97-AF65-F5344CB8AC3E}">
        <p14:creationId xmlns:p14="http://schemas.microsoft.com/office/powerpoint/2010/main" val="1972390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07AE6-0D07-75F6-6545-DB913D689B20}"/>
              </a:ext>
            </a:extLst>
          </p:cNvPr>
          <p:cNvSpPr>
            <a:spLocks noGrp="1"/>
          </p:cNvSpPr>
          <p:nvPr>
            <p:ph type="title"/>
          </p:nvPr>
        </p:nvSpPr>
        <p:spPr>
          <a:xfrm>
            <a:off x="2315362" y="935422"/>
            <a:ext cx="9189250" cy="5297598"/>
          </a:xfrm>
        </p:spPr>
        <p:txBody>
          <a:bodyPr/>
          <a:lstStyle/>
          <a:p>
            <a:endParaRPr lang="en-IN" dirty="0"/>
          </a:p>
        </p:txBody>
      </p:sp>
      <p:sp>
        <p:nvSpPr>
          <p:cNvPr id="5" name="TextBox 4">
            <a:extLst>
              <a:ext uri="{FF2B5EF4-FFF2-40B4-BE49-F238E27FC236}">
                <a16:creationId xmlns:a16="http://schemas.microsoft.com/office/drawing/2014/main" id="{B3C653FF-113A-1A5D-11BF-F91CFD0756C1}"/>
              </a:ext>
            </a:extLst>
          </p:cNvPr>
          <p:cNvSpPr txBox="1"/>
          <p:nvPr/>
        </p:nvSpPr>
        <p:spPr>
          <a:xfrm>
            <a:off x="5595457" y="0"/>
            <a:ext cx="659654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C82F7D0-706B-D7A4-4711-AFBDEBCB2B8A}"/>
              </a:ext>
            </a:extLst>
          </p:cNvPr>
          <p:cNvPicPr>
            <a:picLocks noChangeAspect="1"/>
          </p:cNvPicPr>
          <p:nvPr/>
        </p:nvPicPr>
        <p:blipFill>
          <a:blip r:embed="rId2"/>
          <a:stretch>
            <a:fillRect/>
          </a:stretch>
        </p:blipFill>
        <p:spPr>
          <a:xfrm>
            <a:off x="2194560" y="829230"/>
            <a:ext cx="9310052" cy="5403790"/>
          </a:xfrm>
          <a:prstGeom prst="rect">
            <a:avLst/>
          </a:prstGeom>
        </p:spPr>
      </p:pic>
    </p:spTree>
    <p:extLst>
      <p:ext uri="{BB962C8B-B14F-4D97-AF65-F5344CB8AC3E}">
        <p14:creationId xmlns:p14="http://schemas.microsoft.com/office/powerpoint/2010/main" val="580376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34148-8BD8-C64F-0650-F78265C95115}"/>
              </a:ext>
            </a:extLst>
          </p:cNvPr>
          <p:cNvSpPr>
            <a:spLocks noGrp="1"/>
          </p:cNvSpPr>
          <p:nvPr>
            <p:ph type="title"/>
          </p:nvPr>
        </p:nvSpPr>
        <p:spPr>
          <a:xfrm>
            <a:off x="1862357" y="624110"/>
            <a:ext cx="9642256" cy="701351"/>
          </a:xfrm>
        </p:spPr>
        <p:txBody>
          <a:bodyPr/>
          <a:lstStyle/>
          <a:p>
            <a:r>
              <a:rPr lang="en-IN" b="1" dirty="0">
                <a:solidFill>
                  <a:srgbClr val="002060"/>
                </a:solidFill>
                <a:latin typeface="Times New Roman" panose="02020603050405020304" pitchFamily="18" charset="0"/>
                <a:cs typeface="Times New Roman" panose="02020603050405020304" pitchFamily="18" charset="0"/>
              </a:rPr>
              <a:t>RESULTS &amp; DISCUSSION</a:t>
            </a:r>
          </a:p>
        </p:txBody>
      </p:sp>
      <p:pic>
        <p:nvPicPr>
          <p:cNvPr id="5" name="Content Placeholder 4">
            <a:extLst>
              <a:ext uri="{FF2B5EF4-FFF2-40B4-BE49-F238E27FC236}">
                <a16:creationId xmlns:a16="http://schemas.microsoft.com/office/drawing/2014/main" id="{89511DC4-6478-8DE5-AF5C-5A5F8F9E63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93240" y="1670107"/>
            <a:ext cx="9479560" cy="4185407"/>
          </a:xfrm>
        </p:spPr>
      </p:pic>
      <p:sp>
        <p:nvSpPr>
          <p:cNvPr id="7" name="TextBox 6">
            <a:extLst>
              <a:ext uri="{FF2B5EF4-FFF2-40B4-BE49-F238E27FC236}">
                <a16:creationId xmlns:a16="http://schemas.microsoft.com/office/drawing/2014/main" id="{F1D0A41B-6B28-AF10-CC2C-2CBE31F706E1}"/>
              </a:ext>
            </a:extLst>
          </p:cNvPr>
          <p:cNvSpPr txBox="1"/>
          <p:nvPr/>
        </p:nvSpPr>
        <p:spPr>
          <a:xfrm>
            <a:off x="5528346" y="48631"/>
            <a:ext cx="666365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7767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078A8AC-23F4-6609-3B86-1377E55CBCED}"/>
              </a:ext>
            </a:extLst>
          </p:cNvPr>
          <p:cNvSpPr>
            <a:spLocks noGrp="1"/>
          </p:cNvSpPr>
          <p:nvPr>
            <p:ph type="title"/>
          </p:nvPr>
        </p:nvSpPr>
        <p:spPr>
          <a:xfrm>
            <a:off x="1853967" y="624110"/>
            <a:ext cx="9650645" cy="667795"/>
          </a:xfrm>
        </p:spPr>
        <p:txBody>
          <a:bodyPr>
            <a:normAutofit/>
          </a:bodyPr>
          <a:lstStyle/>
          <a:p>
            <a:r>
              <a:rPr lang="en-IN" sz="2800" b="1" dirty="0">
                <a:solidFill>
                  <a:srgbClr val="7030A0"/>
                </a:solidFill>
                <a:latin typeface="Times New Roman" panose="02020603050405020304" pitchFamily="18" charset="0"/>
                <a:cs typeface="Times New Roman" panose="02020603050405020304" pitchFamily="18" charset="0"/>
              </a:rPr>
              <a:t>HISTOGRAMS OF LENA IMAGE</a:t>
            </a:r>
          </a:p>
        </p:txBody>
      </p:sp>
      <p:pic>
        <p:nvPicPr>
          <p:cNvPr id="5" name="Content Placeholder 4">
            <a:extLst>
              <a:ext uri="{FF2B5EF4-FFF2-40B4-BE49-F238E27FC236}">
                <a16:creationId xmlns:a16="http://schemas.microsoft.com/office/drawing/2014/main" id="{4254E5A4-4478-F25F-ABE3-6CF3BADC6F4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623" r="623"/>
          <a:stretch/>
        </p:blipFill>
        <p:spPr>
          <a:xfrm>
            <a:off x="1853967" y="1468122"/>
            <a:ext cx="8568000" cy="3921755"/>
          </a:xfrm>
        </p:spPr>
      </p:pic>
      <p:sp>
        <p:nvSpPr>
          <p:cNvPr id="10" name="TextBox 9">
            <a:extLst>
              <a:ext uri="{FF2B5EF4-FFF2-40B4-BE49-F238E27FC236}">
                <a16:creationId xmlns:a16="http://schemas.microsoft.com/office/drawing/2014/main" id="{FAAACAE3-7DA9-7068-71C4-ECF3DF4A565D}"/>
              </a:ext>
            </a:extLst>
          </p:cNvPr>
          <p:cNvSpPr txBox="1"/>
          <p:nvPr/>
        </p:nvSpPr>
        <p:spPr>
          <a:xfrm>
            <a:off x="5547920" y="-13772"/>
            <a:ext cx="664408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2153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2C2C7-C1A6-6D5B-3C96-3EAA634C684F}"/>
              </a:ext>
            </a:extLst>
          </p:cNvPr>
          <p:cNvSpPr>
            <a:spLocks noGrp="1"/>
          </p:cNvSpPr>
          <p:nvPr>
            <p:ph type="title"/>
          </p:nvPr>
        </p:nvSpPr>
        <p:spPr>
          <a:xfrm>
            <a:off x="1828801" y="755009"/>
            <a:ext cx="9675812" cy="679508"/>
          </a:xfrm>
        </p:spPr>
        <p:txBody>
          <a:bodyPr>
            <a:normAutofit fontScale="90000"/>
          </a:bodyPr>
          <a:lstStyle/>
          <a:p>
            <a:r>
              <a:rPr lang="en-IN" sz="2800" b="1" dirty="0">
                <a:solidFill>
                  <a:srgbClr val="7030A0"/>
                </a:solidFill>
                <a:latin typeface="Times New Roman" panose="02020603050405020304" pitchFamily="18" charset="0"/>
                <a:cs typeface="Times New Roman" panose="02020603050405020304" pitchFamily="18" charset="0"/>
              </a:rPr>
              <a:t>LABEL HUFFMAN CODING FOR THE LENA IMAGE</a:t>
            </a: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Capacity (bits) = Label +1 if Label&lt; 7 </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                            Label if Label = 8</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Code Length (bits) = Length of the Huffman Code of Label </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Payload (bits) = Capacity (bits) – Code Length (bits)</a:t>
            </a:r>
            <a:endParaRPr lang="en-IN" sz="2200" b="1" dirty="0">
              <a:solidFill>
                <a:srgbClr val="7030A0"/>
              </a:solidFill>
              <a:latin typeface="Times New Roman" panose="02020603050405020304" pitchFamily="18" charset="0"/>
              <a:cs typeface="Times New Roman" panose="02020603050405020304" pitchFamily="18" charset="0"/>
            </a:endParaRPr>
          </a:p>
        </p:txBody>
      </p:sp>
      <p:pic>
        <p:nvPicPr>
          <p:cNvPr id="11" name="Content Placeholder 10">
            <a:extLst>
              <a:ext uri="{FF2B5EF4-FFF2-40B4-BE49-F238E27FC236}">
                <a16:creationId xmlns:a16="http://schemas.microsoft.com/office/drawing/2014/main" id="{B2630A66-3DC8-6E17-CB3F-1B647D64857E}"/>
              </a:ext>
            </a:extLst>
          </p:cNvPr>
          <p:cNvPicPr>
            <a:picLocks noGrp="1" noChangeAspect="1"/>
          </p:cNvPicPr>
          <p:nvPr>
            <p:ph idx="1"/>
          </p:nvPr>
        </p:nvPicPr>
        <p:blipFill>
          <a:blip r:embed="rId2"/>
          <a:stretch>
            <a:fillRect/>
          </a:stretch>
        </p:blipFill>
        <p:spPr>
          <a:xfrm>
            <a:off x="1828801" y="1434517"/>
            <a:ext cx="8306959" cy="2924583"/>
          </a:xfrm>
        </p:spPr>
      </p:pic>
      <p:sp>
        <p:nvSpPr>
          <p:cNvPr id="12" name="TextBox 11">
            <a:extLst>
              <a:ext uri="{FF2B5EF4-FFF2-40B4-BE49-F238E27FC236}">
                <a16:creationId xmlns:a16="http://schemas.microsoft.com/office/drawing/2014/main" id="{35E5D235-965A-0625-D995-EF718DBEA75C}"/>
              </a:ext>
            </a:extLst>
          </p:cNvPr>
          <p:cNvSpPr txBox="1"/>
          <p:nvPr/>
        </p:nvSpPr>
        <p:spPr>
          <a:xfrm>
            <a:off x="5419287" y="0"/>
            <a:ext cx="677271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6419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5F5B9-7EAF-7D5A-F6D6-5A22BAD38BF5}"/>
              </a:ext>
            </a:extLst>
          </p:cNvPr>
          <p:cNvSpPr>
            <a:spLocks noGrp="1"/>
          </p:cNvSpPr>
          <p:nvPr>
            <p:ph type="title"/>
          </p:nvPr>
        </p:nvSpPr>
        <p:spPr>
          <a:xfrm>
            <a:off x="2130805" y="624110"/>
            <a:ext cx="9373808" cy="1280890"/>
          </a:xfrm>
        </p:spPr>
        <p:txBody>
          <a:bodyPr>
            <a:normAutofit fontScale="90000"/>
          </a:bodyPr>
          <a:lstStyle/>
          <a:p>
            <a:r>
              <a:rPr lang="en-IN" sz="2800" b="1" dirty="0">
                <a:solidFill>
                  <a:srgbClr val="7030A0"/>
                </a:solidFill>
                <a:latin typeface="Times New Roman" panose="02020603050405020304" pitchFamily="18" charset="0"/>
                <a:cs typeface="Times New Roman" panose="02020603050405020304" pitchFamily="18" charset="0"/>
              </a:rPr>
              <a:t>THE EMBEDDING CAPACITY AND AUXILIARY INFORMATION OF DIFFERENT TEST IMAGES</a:t>
            </a: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Total Embedding Capacity = Sum( Distribution * Capacity(bits))</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Label Map Length = Sum (Distribution * Code length(bits))</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Net Payload(bpp) = Total Embedding Capacity – Label Map Length</a:t>
            </a:r>
            <a:endParaRPr lang="en-IN" sz="2000" dirty="0">
              <a:solidFill>
                <a:schemeClr val="tx1"/>
              </a:solidFill>
            </a:endParaRPr>
          </a:p>
        </p:txBody>
      </p:sp>
      <p:pic>
        <p:nvPicPr>
          <p:cNvPr id="5" name="Content Placeholder 4">
            <a:extLst>
              <a:ext uri="{FF2B5EF4-FFF2-40B4-BE49-F238E27FC236}">
                <a16:creationId xmlns:a16="http://schemas.microsoft.com/office/drawing/2014/main" id="{090776A5-3EDA-8263-8C6A-B2D24C578D6E}"/>
              </a:ext>
            </a:extLst>
          </p:cNvPr>
          <p:cNvPicPr>
            <a:picLocks noGrp="1" noChangeAspect="1"/>
          </p:cNvPicPr>
          <p:nvPr>
            <p:ph idx="1"/>
          </p:nvPr>
        </p:nvPicPr>
        <p:blipFill>
          <a:blip r:embed="rId2"/>
          <a:stretch>
            <a:fillRect/>
          </a:stretch>
        </p:blipFill>
        <p:spPr>
          <a:xfrm>
            <a:off x="2236877" y="1740017"/>
            <a:ext cx="8915400" cy="3212984"/>
          </a:xfrm>
        </p:spPr>
      </p:pic>
      <p:sp>
        <p:nvSpPr>
          <p:cNvPr id="6" name="TextBox 5">
            <a:extLst>
              <a:ext uri="{FF2B5EF4-FFF2-40B4-BE49-F238E27FC236}">
                <a16:creationId xmlns:a16="http://schemas.microsoft.com/office/drawing/2014/main" id="{AE196DBB-8AC7-7415-F7CA-F0C57D43A6B1}"/>
              </a:ext>
            </a:extLst>
          </p:cNvPr>
          <p:cNvSpPr txBox="1"/>
          <p:nvPr/>
        </p:nvSpPr>
        <p:spPr>
          <a:xfrm>
            <a:off x="5511567" y="58723"/>
            <a:ext cx="686550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32898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036CF-6E3F-0A4C-EB66-1C59C7DD455A}"/>
              </a:ext>
            </a:extLst>
          </p:cNvPr>
          <p:cNvSpPr>
            <a:spLocks noGrp="1"/>
          </p:cNvSpPr>
          <p:nvPr>
            <p:ph type="title"/>
          </p:nvPr>
        </p:nvSpPr>
        <p:spPr>
          <a:xfrm>
            <a:off x="2155971" y="624110"/>
            <a:ext cx="9348641" cy="530074"/>
          </a:xfrm>
        </p:spPr>
        <p:txBody>
          <a:bodyPr>
            <a:normAutofit fontScale="90000"/>
          </a:bodyPr>
          <a:lstStyle/>
          <a:p>
            <a:r>
              <a:rPr lang="en-IN" sz="2800" b="1" dirty="0">
                <a:solidFill>
                  <a:srgbClr val="7030A0"/>
                </a:solidFill>
                <a:latin typeface="Times New Roman" panose="02020603050405020304" pitchFamily="18" charset="0"/>
                <a:cs typeface="Times New Roman" panose="02020603050405020304" pitchFamily="18" charset="0"/>
              </a:rPr>
              <a:t>PERFORMANCE METRICS OF LENA IMAGE</a:t>
            </a: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r>
              <a:rPr lang="en-IN" sz="2200" b="1" dirty="0">
                <a:solidFill>
                  <a:srgbClr val="0070C0"/>
                </a:solidFill>
                <a:latin typeface="Times New Roman" panose="02020603050405020304" pitchFamily="18" charset="0"/>
                <a:cs typeface="Times New Roman" panose="02020603050405020304" pitchFamily="18" charset="0"/>
              </a:rPr>
              <a:t>01.PSNR : Peak Signal - to – Noise Ratio</a:t>
            </a:r>
            <a:br>
              <a:rPr lang="en-IN" sz="2200" b="1" dirty="0">
                <a:solidFill>
                  <a:srgbClr val="0070C0"/>
                </a:solidFill>
                <a:latin typeface="Times New Roman" panose="02020603050405020304" pitchFamily="18" charset="0"/>
                <a:cs typeface="Times New Roman" panose="02020603050405020304" pitchFamily="18" charset="0"/>
              </a:rPr>
            </a:br>
            <a:br>
              <a:rPr lang="en-IN" sz="2200" b="1" dirty="0">
                <a:solidFill>
                  <a:srgbClr val="0070C0"/>
                </a:solidFill>
                <a:latin typeface="Times New Roman" panose="02020603050405020304" pitchFamily="18" charset="0"/>
                <a:cs typeface="Times New Roman" panose="02020603050405020304" pitchFamily="18" charset="0"/>
              </a:rPr>
            </a:br>
            <a:br>
              <a:rPr lang="en-IN" sz="2200" b="1" dirty="0">
                <a:solidFill>
                  <a:srgbClr val="0070C0"/>
                </a:solidFill>
                <a:latin typeface="Times New Roman" panose="02020603050405020304" pitchFamily="18" charset="0"/>
                <a:cs typeface="Times New Roman" panose="02020603050405020304" pitchFamily="18" charset="0"/>
              </a:rPr>
            </a:br>
            <a:br>
              <a:rPr lang="en-IN" sz="2200" b="1" dirty="0">
                <a:solidFill>
                  <a:srgbClr val="0070C0"/>
                </a:solidFill>
                <a:latin typeface="Times New Roman" panose="02020603050405020304" pitchFamily="18" charset="0"/>
                <a:cs typeface="Times New Roman" panose="02020603050405020304" pitchFamily="18" charset="0"/>
              </a:rPr>
            </a:br>
            <a:br>
              <a:rPr lang="en-IN" sz="2200" b="1" dirty="0">
                <a:solidFill>
                  <a:srgbClr val="0070C0"/>
                </a:solidFill>
                <a:latin typeface="Times New Roman" panose="02020603050405020304" pitchFamily="18" charset="0"/>
                <a:cs typeface="Times New Roman" panose="02020603050405020304" pitchFamily="18" charset="0"/>
              </a:rPr>
            </a:br>
            <a:br>
              <a:rPr lang="en-IN" sz="2200" b="1" dirty="0">
                <a:solidFill>
                  <a:srgbClr val="0070C0"/>
                </a:solidFill>
                <a:latin typeface="Times New Roman" panose="02020603050405020304" pitchFamily="18" charset="0"/>
                <a:cs typeface="Times New Roman" panose="02020603050405020304" pitchFamily="18" charset="0"/>
              </a:rPr>
            </a:br>
            <a:r>
              <a:rPr lang="en-IN" sz="2200" b="1" dirty="0">
                <a:solidFill>
                  <a:srgbClr val="0070C0"/>
                </a:solidFill>
                <a:latin typeface="Times New Roman" panose="02020603050405020304" pitchFamily="18" charset="0"/>
                <a:cs typeface="Times New Roman" panose="02020603050405020304" pitchFamily="18" charset="0"/>
              </a:rPr>
              <a:t>02.SSIM : Structural Similarity Index</a:t>
            </a:r>
            <a:br>
              <a:rPr lang="en-IN" sz="2200" b="1" dirty="0">
                <a:solidFill>
                  <a:srgbClr val="0070C0"/>
                </a:solidFill>
                <a:latin typeface="Times New Roman" panose="02020603050405020304" pitchFamily="18" charset="0"/>
                <a:cs typeface="Times New Roman" panose="02020603050405020304" pitchFamily="18" charset="0"/>
              </a:rPr>
            </a:br>
            <a:br>
              <a:rPr lang="en-IN" sz="2200" b="1" dirty="0">
                <a:solidFill>
                  <a:srgbClr val="0070C0"/>
                </a:solidFill>
                <a:latin typeface="Times New Roman" panose="02020603050405020304" pitchFamily="18" charset="0"/>
                <a:cs typeface="Times New Roman" panose="02020603050405020304" pitchFamily="18" charset="0"/>
              </a:rPr>
            </a:br>
            <a:endParaRPr lang="en-IN" sz="2200" b="1" dirty="0">
              <a:solidFill>
                <a:srgbClr val="0070C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47523475-AB78-5A48-C52A-67A7FD700628}"/>
              </a:ext>
            </a:extLst>
          </p:cNvPr>
          <p:cNvPicPr>
            <a:picLocks noGrp="1" noChangeAspect="1"/>
          </p:cNvPicPr>
          <p:nvPr>
            <p:ph idx="1"/>
          </p:nvPr>
        </p:nvPicPr>
        <p:blipFill>
          <a:blip r:embed="rId2"/>
          <a:srcRect t="44938" b="431"/>
          <a:stretch/>
        </p:blipFill>
        <p:spPr>
          <a:xfrm>
            <a:off x="2256639" y="1300038"/>
            <a:ext cx="8122067" cy="1116000"/>
          </a:xfrm>
        </p:spPr>
      </p:pic>
      <p:sp>
        <p:nvSpPr>
          <p:cNvPr id="6" name="Rectangle: Rounded Corners 5">
            <a:extLst>
              <a:ext uri="{FF2B5EF4-FFF2-40B4-BE49-F238E27FC236}">
                <a16:creationId xmlns:a16="http://schemas.microsoft.com/office/drawing/2014/main" id="{CE8D10C5-DBBB-3BE8-003D-A381B6FA8990}"/>
              </a:ext>
            </a:extLst>
          </p:cNvPr>
          <p:cNvSpPr/>
          <p:nvPr/>
        </p:nvSpPr>
        <p:spPr>
          <a:xfrm>
            <a:off x="2256639" y="3038915"/>
            <a:ext cx="5346332" cy="107796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800" b="1" dirty="0">
                <a:latin typeface="Times New Roman" panose="02020603050405020304" pitchFamily="18" charset="0"/>
                <a:cs typeface="Times New Roman" panose="02020603050405020304" pitchFamily="18" charset="0"/>
              </a:rPr>
              <a:t>PSNR = 10 × log₁₀(MAX²/MSE) Db</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a:t>
            </a:r>
            <a:r>
              <a:rPr lang="nn-NO" sz="1800" b="1" dirty="0">
                <a:latin typeface="Times New Roman" panose="02020603050405020304" pitchFamily="18" charset="0"/>
                <a:cs typeface="Times New Roman" panose="02020603050405020304" pitchFamily="18" charset="0"/>
              </a:rPr>
              <a:t>MSE = (1/(m×n)) × ∑∑[I(i,j) - R(i,j)]²</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where MSE is Mean Square Error</a:t>
            </a:r>
            <a:endParaRPr lang="en-IN" dirty="0"/>
          </a:p>
        </p:txBody>
      </p:sp>
      <p:sp>
        <p:nvSpPr>
          <p:cNvPr id="7" name="Rectangle: Rounded Corners 6">
            <a:extLst>
              <a:ext uri="{FF2B5EF4-FFF2-40B4-BE49-F238E27FC236}">
                <a16:creationId xmlns:a16="http://schemas.microsoft.com/office/drawing/2014/main" id="{F99C8618-D228-A9E5-D41D-A8C1E41A2726}"/>
              </a:ext>
            </a:extLst>
          </p:cNvPr>
          <p:cNvSpPr/>
          <p:nvPr/>
        </p:nvSpPr>
        <p:spPr>
          <a:xfrm>
            <a:off x="2256639" y="4839750"/>
            <a:ext cx="7139031" cy="86406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cv2.quality.QualitySSIM_compute(original, recovered)[0]</a:t>
            </a:r>
          </a:p>
          <a:p>
            <a:pPr algn="ctr"/>
            <a:r>
              <a:rPr lang="en-IN" b="1" dirty="0">
                <a:latin typeface="Times New Roman" panose="02020603050405020304" pitchFamily="18" charset="0"/>
                <a:cs typeface="Times New Roman" panose="02020603050405020304" pitchFamily="18" charset="0"/>
              </a:rPr>
              <a:t>(Built-in function)</a:t>
            </a:r>
          </a:p>
        </p:txBody>
      </p:sp>
      <p:sp>
        <p:nvSpPr>
          <p:cNvPr id="9" name="TextBox 8">
            <a:extLst>
              <a:ext uri="{FF2B5EF4-FFF2-40B4-BE49-F238E27FC236}">
                <a16:creationId xmlns:a16="http://schemas.microsoft.com/office/drawing/2014/main" id="{D7A69953-0365-85B6-6E4D-A8C04F7AEA9C}"/>
              </a:ext>
            </a:extLst>
          </p:cNvPr>
          <p:cNvSpPr txBox="1"/>
          <p:nvPr/>
        </p:nvSpPr>
        <p:spPr>
          <a:xfrm>
            <a:off x="5528346" y="31841"/>
            <a:ext cx="666365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3620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234F7F-A37C-0AE3-7696-AC98300D56DA}"/>
              </a:ext>
            </a:extLst>
          </p:cNvPr>
          <p:cNvSpPr>
            <a:spLocks noGrp="1"/>
          </p:cNvSpPr>
          <p:nvPr>
            <p:ph type="title"/>
          </p:nvPr>
        </p:nvSpPr>
        <p:spPr>
          <a:xfrm>
            <a:off x="2147581" y="624110"/>
            <a:ext cx="9357031" cy="847243"/>
          </a:xfrm>
        </p:spPr>
        <p:txBody>
          <a:bodyPr/>
          <a:lstStyle/>
          <a:p>
            <a:r>
              <a:rPr lang="en-IN" b="1" dirty="0">
                <a:solidFill>
                  <a:srgbClr val="002060"/>
                </a:solidFill>
                <a:latin typeface="Times New Roman" panose="02020603050405020304" pitchFamily="18" charset="0"/>
                <a:cs typeface="Times New Roman" panose="02020603050405020304" pitchFamily="18" charset="0"/>
              </a:rPr>
              <a:t>CONCLUSION</a:t>
            </a:r>
          </a:p>
        </p:txBody>
      </p:sp>
      <p:sp>
        <p:nvSpPr>
          <p:cNvPr id="4" name="Content Placeholder 3">
            <a:extLst>
              <a:ext uri="{FF2B5EF4-FFF2-40B4-BE49-F238E27FC236}">
                <a16:creationId xmlns:a16="http://schemas.microsoft.com/office/drawing/2014/main" id="{269A3346-BA27-3A1B-0297-BFED5F283AEF}"/>
              </a:ext>
            </a:extLst>
          </p:cNvPr>
          <p:cNvSpPr>
            <a:spLocks noGrp="1"/>
          </p:cNvSpPr>
          <p:nvPr>
            <p:ph idx="1"/>
          </p:nvPr>
        </p:nvSpPr>
        <p:spPr>
          <a:xfrm>
            <a:off x="2147581" y="1471353"/>
            <a:ext cx="9357029" cy="2642532"/>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The proposed RDHEI method effectively enhances embedding capacity by utilizing multi-MSB prediction and Huffman coding. It ensures error-free data extraction and perfect image recovery while significantly improving payload performance. By compressing auxiliary data efficiently, the method maximizes the space available for embedding.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42783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2F5A8-55AA-54E5-199B-7956577716D3}"/>
              </a:ext>
            </a:extLst>
          </p:cNvPr>
          <p:cNvSpPr>
            <a:spLocks noGrp="1"/>
          </p:cNvSpPr>
          <p:nvPr>
            <p:ph type="title"/>
          </p:nvPr>
        </p:nvSpPr>
        <p:spPr>
          <a:xfrm>
            <a:off x="1992087" y="624110"/>
            <a:ext cx="9512526" cy="725719"/>
          </a:xfrm>
        </p:spPr>
        <p:txBody>
          <a:bodyPr/>
          <a:lstStyle/>
          <a:p>
            <a:r>
              <a:rPr lang="en-IN" b="1" dirty="0">
                <a:solidFill>
                  <a:srgbClr val="002060"/>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FA2EC1FC-80C8-6776-1E47-89DC31C35916}"/>
              </a:ext>
            </a:extLst>
          </p:cNvPr>
          <p:cNvSpPr>
            <a:spLocks noGrp="1"/>
          </p:cNvSpPr>
          <p:nvPr>
            <p:ph idx="1"/>
          </p:nvPr>
        </p:nvSpPr>
        <p:spPr>
          <a:xfrm>
            <a:off x="1992086" y="1469571"/>
            <a:ext cx="9512526" cy="4441651"/>
          </a:xfrm>
        </p:spPr>
        <p:txBody>
          <a:bodyPr>
            <a:normAutofit/>
          </a:bodyPr>
          <a:lstStyle/>
          <a:p>
            <a:pPr algn="just"/>
            <a:r>
              <a:rPr lang="en-US" dirty="0">
                <a:latin typeface="Times New Roman" panose="02020603050405020304" pitchFamily="18" charset="0"/>
                <a:cs typeface="Times New Roman" panose="02020603050405020304" pitchFamily="18" charset="0"/>
              </a:rPr>
              <a:t>P. Puteaux and W. Puech, “</a:t>
            </a:r>
            <a:r>
              <a:rPr lang="en-US" b="1" dirty="0">
                <a:latin typeface="Times New Roman" panose="02020603050405020304" pitchFamily="18" charset="0"/>
                <a:cs typeface="Times New Roman" panose="02020603050405020304" pitchFamily="18" charset="0"/>
              </a:rPr>
              <a:t>An efficient MSB prediction-based method for high-capacity reversible data hiding in encrypted images</a:t>
            </a:r>
            <a:r>
              <a:rPr lang="en-US" dirty="0">
                <a:latin typeface="Times New Roman" panose="02020603050405020304" pitchFamily="18" charset="0"/>
                <a:cs typeface="Times New Roman" panose="02020603050405020304" pitchFamily="18" charset="0"/>
              </a:rPr>
              <a:t>,” IEEE Trans. Inf. Forensics Secur., vol. 13, no. 7, pp. 1067–1681, Jan. 2018.</a:t>
            </a:r>
          </a:p>
          <a:p>
            <a:pPr algn="just"/>
            <a:r>
              <a:rPr lang="en-US" dirty="0">
                <a:latin typeface="Times New Roman" panose="02020603050405020304" pitchFamily="18" charset="0"/>
                <a:cs typeface="Times New Roman" panose="02020603050405020304" pitchFamily="18" charset="0"/>
              </a:rPr>
              <a:t>P. Puteaux and W. Puech, “</a:t>
            </a:r>
            <a:r>
              <a:rPr lang="en-US" b="1" dirty="0">
                <a:latin typeface="Times New Roman" panose="02020603050405020304" pitchFamily="18" charset="0"/>
                <a:cs typeface="Times New Roman" panose="02020603050405020304" pitchFamily="18" charset="0"/>
              </a:rPr>
              <a:t>EPE-based huge-capacity reversible data hiding in encrypted images,</a:t>
            </a:r>
            <a:r>
              <a:rPr lang="en-US" dirty="0">
                <a:latin typeface="Times New Roman" panose="02020603050405020304" pitchFamily="18" charset="0"/>
                <a:cs typeface="Times New Roman" panose="02020603050405020304" pitchFamily="18" charset="0"/>
              </a:rPr>
              <a:t>” in Proc. IEEE Int. Workshop Inf. Forensics Secur., Dec. 2018, pp. 1–7</a:t>
            </a:r>
            <a:r>
              <a:rPr lang="en-US" dirty="0"/>
              <a:t>.</a:t>
            </a:r>
          </a:p>
          <a:p>
            <a:pPr algn="just"/>
            <a:r>
              <a:rPr lang="en-IN" dirty="0">
                <a:latin typeface="Times New Roman" panose="02020603050405020304" pitchFamily="18" charset="0"/>
                <a:cs typeface="Times New Roman" panose="02020603050405020304" pitchFamily="18" charset="0"/>
              </a:rPr>
              <a:t>Y. Puyang, Z. Yin, and Z. Qian, “</a:t>
            </a:r>
            <a:r>
              <a:rPr lang="en-IN" b="1" dirty="0">
                <a:latin typeface="Times New Roman" panose="02020603050405020304" pitchFamily="18" charset="0"/>
                <a:cs typeface="Times New Roman" panose="02020603050405020304" pitchFamily="18" charset="0"/>
              </a:rPr>
              <a:t>Reversible data hiding in encrypted images with two-MSB prediction</a:t>
            </a:r>
            <a:r>
              <a:rPr lang="en-IN" dirty="0">
                <a:latin typeface="Times New Roman" panose="02020603050405020304" pitchFamily="18" charset="0"/>
                <a:cs typeface="Times New Roman" panose="02020603050405020304" pitchFamily="18" charset="0"/>
              </a:rPr>
              <a:t>,” in Proc. IEEE Int. Workshop Inf. Forensics </a:t>
            </a:r>
            <a:r>
              <a:rPr lang="en-IN" dirty="0" err="1">
                <a:latin typeface="Times New Roman" panose="02020603050405020304" pitchFamily="18" charset="0"/>
                <a:cs typeface="Times New Roman" panose="02020603050405020304" pitchFamily="18" charset="0"/>
              </a:rPr>
              <a:t>Secur</a:t>
            </a:r>
            <a:r>
              <a:rPr lang="en-IN" dirty="0">
                <a:latin typeface="Times New Roman" panose="02020603050405020304" pitchFamily="18" charset="0"/>
                <a:cs typeface="Times New Roman" panose="02020603050405020304" pitchFamily="18" charset="0"/>
              </a:rPr>
              <a:t>., Dec. 2018, pp. 1–7</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 .Yi and Y. Zhou, “</a:t>
            </a:r>
            <a:r>
              <a:rPr lang="en-US" b="1" dirty="0">
                <a:latin typeface="Times New Roman" panose="02020603050405020304" pitchFamily="18" charset="0"/>
                <a:cs typeface="Times New Roman" panose="02020603050405020304" pitchFamily="18" charset="0"/>
              </a:rPr>
              <a:t>Separable and reversible data hiding in encrypted images using parametric binary tree labeling</a:t>
            </a:r>
            <a:r>
              <a:rPr lang="en-US" dirty="0">
                <a:latin typeface="Times New Roman" panose="02020603050405020304" pitchFamily="18" charset="0"/>
                <a:cs typeface="Times New Roman" panose="02020603050405020304" pitchFamily="18" charset="0"/>
              </a:rPr>
              <a:t>,” IEEE Trans. Multimedia, vol. 21, no. 1, pp. 51–64, Jan. 2019</a:t>
            </a:r>
            <a:r>
              <a:rPr lang="en-US" dirty="0"/>
              <a:t>.</a:t>
            </a:r>
          </a:p>
          <a:p>
            <a:pPr algn="just"/>
            <a:r>
              <a:rPr lang="en-US" dirty="0">
                <a:latin typeface="Times New Roman" panose="02020603050405020304" pitchFamily="18" charset="0"/>
                <a:cs typeface="Times New Roman" panose="02020603050405020304" pitchFamily="18" charset="0"/>
              </a:rPr>
              <a:t>K. Chen and C. C. Chang, “</a:t>
            </a:r>
            <a:r>
              <a:rPr lang="en-US" b="1" dirty="0">
                <a:latin typeface="Times New Roman" panose="02020603050405020304" pitchFamily="18" charset="0"/>
                <a:cs typeface="Times New Roman" panose="02020603050405020304" pitchFamily="18" charset="0"/>
              </a:rPr>
              <a:t>High-capacity reversible data hiding in encrypted images based on extended run-length coding and block-based MSB plane rearrangement,” </a:t>
            </a:r>
            <a:r>
              <a:rPr lang="en-US" dirty="0">
                <a:latin typeface="Times New Roman" panose="02020603050405020304" pitchFamily="18" charset="0"/>
                <a:cs typeface="Times New Roman" panose="02020603050405020304" pitchFamily="18" charset="0"/>
              </a:rPr>
              <a:t>J. Vis. Commun. Image Representation, vol. 58, pp. 334–344, 2019</a:t>
            </a:r>
            <a:r>
              <a:rPr lang="en-US" dirty="0"/>
              <a: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05490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19569-B205-F995-4003-0F751466AAFA}"/>
              </a:ext>
            </a:extLst>
          </p:cNvPr>
          <p:cNvSpPr>
            <a:spLocks noGrp="1"/>
          </p:cNvSpPr>
          <p:nvPr>
            <p:ph type="title"/>
          </p:nvPr>
        </p:nvSpPr>
        <p:spPr>
          <a:xfrm>
            <a:off x="2592924" y="624109"/>
            <a:ext cx="8911687" cy="4821193"/>
          </a:xfrm>
        </p:spPr>
        <p:txBody>
          <a:bodyPr>
            <a:normAutofit fontScale="90000"/>
          </a:bodyPr>
          <a:lstStyle/>
          <a:p>
            <a:r>
              <a:rPr lang="en-IN" dirty="0"/>
              <a:t> </a:t>
            </a:r>
            <a:br>
              <a:rPr lang="en-IN" dirty="0"/>
            </a:br>
            <a:br>
              <a:rPr lang="en-IN" dirty="0"/>
            </a:br>
            <a:br>
              <a:rPr lang="en-IN" dirty="0"/>
            </a:br>
            <a:br>
              <a:rPr lang="en-IN" dirty="0"/>
            </a:br>
            <a:r>
              <a:rPr lang="en-IN" sz="10700" b="1" dirty="0">
                <a:latin typeface="Times New Roman" panose="02020603050405020304" pitchFamily="18" charset="0"/>
                <a:cs typeface="Times New Roman" panose="02020603050405020304" pitchFamily="18" charset="0"/>
              </a:rPr>
              <a:t>THANK YOU</a:t>
            </a:r>
            <a:br>
              <a:rPr lang="en-IN" sz="8000" b="1" dirty="0">
                <a:latin typeface="Baskerville Old Face" panose="02020602080505020303" pitchFamily="18" charset="0"/>
              </a:rPr>
            </a:br>
            <a:br>
              <a:rPr lang="en-IN" sz="8000" b="1" dirty="0">
                <a:latin typeface="Baskerville Old Face" panose="02020602080505020303" pitchFamily="18" charset="0"/>
              </a:rPr>
            </a:br>
            <a:br>
              <a:rPr lang="en-IN" dirty="0"/>
            </a:br>
            <a:br>
              <a:rPr lang="en-IN" dirty="0"/>
            </a:br>
            <a:br>
              <a:rPr lang="en-IN" dirty="0"/>
            </a:br>
            <a:br>
              <a:rPr lang="en-IN" dirty="0"/>
            </a:br>
            <a:br>
              <a:rPr lang="en-IN" dirty="0"/>
            </a:br>
            <a:br>
              <a:rPr lang="en-IN" dirty="0"/>
            </a:br>
            <a:endParaRPr lang="en-IN" dirty="0"/>
          </a:p>
        </p:txBody>
      </p:sp>
    </p:spTree>
    <p:extLst>
      <p:ext uri="{BB962C8B-B14F-4D97-AF65-F5344CB8AC3E}">
        <p14:creationId xmlns:p14="http://schemas.microsoft.com/office/powerpoint/2010/main" val="10948319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968</TotalTime>
  <Words>1848</Words>
  <Application>Microsoft Office PowerPoint</Application>
  <PresentationFormat>Widescreen</PresentationFormat>
  <Paragraphs>87</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Baskerville Old Face</vt:lpstr>
      <vt:lpstr>Calibri</vt:lpstr>
      <vt:lpstr>Century Gothic</vt:lpstr>
      <vt:lpstr>Times New Roman</vt:lpstr>
      <vt:lpstr>Wingdings 3</vt:lpstr>
      <vt:lpstr>Wisp</vt:lpstr>
      <vt:lpstr>REVERSIBLE DATA HIDING IN ENCRYPTED IMAGES BASED ON MULTI-MSB PREDICTION AND HUFFMAN CODING </vt:lpstr>
      <vt:lpstr>CONTENTS</vt:lpstr>
      <vt:lpstr>PROBLEM STATEMENT</vt:lpstr>
      <vt:lpstr>BLOCK DIAGRAM</vt:lpstr>
      <vt:lpstr>MODULES</vt:lpstr>
      <vt:lpstr>01.Image Encryption Phase (by the Content-Owner)</vt:lpstr>
      <vt:lpstr>01.Image Encryption Phase (by the Content-Owner)</vt:lpstr>
      <vt:lpstr>01.Image Encryption Phase (by the Content-Owner)</vt:lpstr>
      <vt:lpstr>02.Data Embedding Phase(by the Content-Hider) </vt:lpstr>
      <vt:lpstr>03.Data Extraction &amp; Image Decryption Phase (by the Receiver) </vt:lpstr>
      <vt:lpstr>CODE FOR IMAGE ENCRYPTION PHASE</vt:lpstr>
      <vt:lpstr>PowerPoint Presentation</vt:lpstr>
      <vt:lpstr>PowerPoint Presentation</vt:lpstr>
      <vt:lpstr>PowerPoint Presentation</vt:lpstr>
      <vt:lpstr>PowerPoint Presentation</vt:lpstr>
      <vt:lpstr>RESULTS &amp; DISCUSSION</vt:lpstr>
      <vt:lpstr>HISTOGRAMS OF LENA IMAGE</vt:lpstr>
      <vt:lpstr>LABEL HUFFMAN CODING FOR THE LENA IMAGE          Capacity (bits) = Label +1 if Label&lt; 7                              Label if Label = 8 Code Length (bits) = Length of the Huffman Code of Label  Payload (bits) = Capacity (bits) – Code Length (bits)</vt:lpstr>
      <vt:lpstr>THE EMBEDDING CAPACITY AND AUXILIARY INFORMATION OF DIFFERENT TEST IMAGES           Total Embedding Capacity = Sum( Distribution * Capacity(bits)) Label Map Length = Sum (Distribution * Code length(bits)) Net Payload(bpp) = Total Embedding Capacity – Label Map Length</vt:lpstr>
      <vt:lpstr>PERFORMANCE METRICS OF LENA IMAGE     01.PSNR : Peak Signal - to – Noise Ratio      02.SSIM : Structural Similarity Index  </vt:lpstr>
      <vt:lpstr>CONCLUSION</vt:lpstr>
      <vt:lpstr>REFERENCES</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REVERSIBLE DATA HIDING IN ENCRYPTED IMAGES BASED ON MULTI-MSB PREDICTION AND HUFFMAN CODING </dc:title>
  <dc:creator>Vishnukaivalya Gudapati</dc:creator>
  <cp:lastModifiedBy>Vishnukaivalya Gudapati</cp:lastModifiedBy>
  <cp:revision>30</cp:revision>
  <dcterms:created xsi:type="dcterms:W3CDTF">2024-12-26T14:17:33Z</dcterms:created>
  <dcterms:modified xsi:type="dcterms:W3CDTF">2025-06-12T07:32:03Z</dcterms:modified>
</cp:coreProperties>
</file>