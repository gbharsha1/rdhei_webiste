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1" r:id="rId1"/>
  </p:sldMasterIdLst>
  <p:notesMasterIdLst>
    <p:notesMasterId r:id="rId15"/>
  </p:notesMasterIdLst>
  <p:handoutMasterIdLst>
    <p:handoutMasterId r:id="rId16"/>
  </p:handoutMasterIdLst>
  <p:sldIdLst>
    <p:sldId id="256" r:id="rId2"/>
    <p:sldId id="257" r:id="rId3"/>
    <p:sldId id="258" r:id="rId4"/>
    <p:sldId id="269" r:id="rId5"/>
    <p:sldId id="278" r:id="rId6"/>
    <p:sldId id="279" r:id="rId7"/>
    <p:sldId id="271" r:id="rId8"/>
    <p:sldId id="272" r:id="rId9"/>
    <p:sldId id="273" r:id="rId10"/>
    <p:sldId id="274" r:id="rId11"/>
    <p:sldId id="275"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9BB572-20E7-4358-8798-0E59B612F6A7}" v="14" dt="2025-01-31T06:14:39.1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01" autoAdjust="0"/>
  </p:normalViewPr>
  <p:slideViewPr>
    <p:cSldViewPr snapToGrid="0">
      <p:cViewPr varScale="1">
        <p:scale>
          <a:sx n="77" d="100"/>
          <a:sy n="77" d="100"/>
        </p:scale>
        <p:origin x="232" y="56"/>
      </p:cViewPr>
      <p:guideLst>
        <p:guide orient="horz" pos="2160"/>
        <p:guide pos="3840"/>
      </p:guideLst>
    </p:cSldViewPr>
  </p:slideViewPr>
  <p:notesTextViewPr>
    <p:cViewPr>
      <p:scale>
        <a:sx n="1" d="1"/>
        <a:sy n="1" d="1"/>
      </p:scale>
      <p:origin x="0" y="0"/>
    </p:cViewPr>
  </p:notesTextViewPr>
  <p:notesViewPr>
    <p:cSldViewPr snapToGrid="0">
      <p:cViewPr>
        <p:scale>
          <a:sx n="70" d="100"/>
          <a:sy n="70" d="100"/>
        </p:scale>
        <p:origin x="228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nukaivalya Gudapati" userId="91c7e84e45e887cc" providerId="LiveId" clId="{4A9BB572-20E7-4358-8798-0E59B612F6A7}"/>
    <pc:docChg chg="undo custSel addSld delSld modSld">
      <pc:chgData name="Vishnukaivalya Gudapati" userId="91c7e84e45e887cc" providerId="LiveId" clId="{4A9BB572-20E7-4358-8798-0E59B612F6A7}" dt="2025-01-31T06:16:25.476" v="380" actId="20577"/>
      <pc:docMkLst>
        <pc:docMk/>
      </pc:docMkLst>
      <pc:sldChg chg="modSp mod">
        <pc:chgData name="Vishnukaivalya Gudapati" userId="91c7e84e45e887cc" providerId="LiveId" clId="{4A9BB572-20E7-4358-8798-0E59B612F6A7}" dt="2025-01-31T06:14:32.373" v="373" actId="27636"/>
        <pc:sldMkLst>
          <pc:docMk/>
          <pc:sldMk cId="3382935294" sldId="256"/>
        </pc:sldMkLst>
        <pc:spChg chg="mod">
          <ac:chgData name="Vishnukaivalya Gudapati" userId="91c7e84e45e887cc" providerId="LiveId" clId="{4A9BB572-20E7-4358-8798-0E59B612F6A7}" dt="2025-01-31T06:14:32.373" v="373" actId="27636"/>
          <ac:spMkLst>
            <pc:docMk/>
            <pc:sldMk cId="3382935294" sldId="256"/>
            <ac:spMk id="2" creationId="{1BC9472B-C7EE-82DC-53E5-5E0EBBEBC686}"/>
          </ac:spMkLst>
        </pc:spChg>
        <pc:spChg chg="mod">
          <ac:chgData name="Vishnukaivalya Gudapati" userId="91c7e84e45e887cc" providerId="LiveId" clId="{4A9BB572-20E7-4358-8798-0E59B612F6A7}" dt="2025-01-31T05:16:03.151" v="56" actId="20577"/>
          <ac:spMkLst>
            <pc:docMk/>
            <pc:sldMk cId="3382935294" sldId="256"/>
            <ac:spMk id="3" creationId="{18815C69-FBCA-5254-8703-AD0606C21C6E}"/>
          </ac:spMkLst>
        </pc:spChg>
      </pc:sldChg>
      <pc:sldChg chg="modSp mod">
        <pc:chgData name="Vishnukaivalya Gudapati" userId="91c7e84e45e887cc" providerId="LiveId" clId="{4A9BB572-20E7-4358-8798-0E59B612F6A7}" dt="2025-01-31T06:14:23.824" v="371" actId="20577"/>
        <pc:sldMkLst>
          <pc:docMk/>
          <pc:sldMk cId="2265626455" sldId="257"/>
        </pc:sldMkLst>
        <pc:spChg chg="mod">
          <ac:chgData name="Vishnukaivalya Gudapati" userId="91c7e84e45e887cc" providerId="LiveId" clId="{4A9BB572-20E7-4358-8798-0E59B612F6A7}" dt="2025-01-31T06:14:23.824" v="371" actId="20577"/>
          <ac:spMkLst>
            <pc:docMk/>
            <pc:sldMk cId="2265626455" sldId="257"/>
            <ac:spMk id="3" creationId="{305C27AC-B4F5-C1B6-E41F-A05B493D7B6A}"/>
          </ac:spMkLst>
        </pc:spChg>
      </pc:sldChg>
      <pc:sldChg chg="modSp del mod">
        <pc:chgData name="Vishnukaivalya Gudapati" userId="91c7e84e45e887cc" providerId="LiveId" clId="{4A9BB572-20E7-4358-8798-0E59B612F6A7}" dt="2025-01-31T05:39:31.710" v="68" actId="14100"/>
        <pc:sldMkLst>
          <pc:docMk/>
          <pc:sldMk cId="104204897" sldId="265"/>
        </pc:sldMkLst>
        <pc:spChg chg="mod">
          <ac:chgData name="Vishnukaivalya Gudapati" userId="91c7e84e45e887cc" providerId="LiveId" clId="{4A9BB572-20E7-4358-8798-0E59B612F6A7}" dt="2025-01-31T05:39:31.710" v="68" actId="14100"/>
          <ac:spMkLst>
            <pc:docMk/>
            <pc:sldMk cId="104204897" sldId="265"/>
            <ac:spMk id="2" creationId="{F1A93CAC-7401-21FF-6E48-0968CA665D20}"/>
          </ac:spMkLst>
        </pc:spChg>
        <pc:graphicFrameChg chg="mod modGraphic">
          <ac:chgData name="Vishnukaivalya Gudapati" userId="91c7e84e45e887cc" providerId="LiveId" clId="{4A9BB572-20E7-4358-8798-0E59B612F6A7}" dt="2025-01-31T05:39:17.560" v="66" actId="14100"/>
          <ac:graphicFrameMkLst>
            <pc:docMk/>
            <pc:sldMk cId="104204897" sldId="265"/>
            <ac:graphicFrameMk id="7" creationId="{4A7751FD-0735-5005-5895-0273FC1269F0}"/>
          </ac:graphicFrameMkLst>
        </pc:graphicFrameChg>
      </pc:sldChg>
      <pc:sldChg chg="del">
        <pc:chgData name="Vishnukaivalya Gudapati" userId="91c7e84e45e887cc" providerId="LiveId" clId="{4A9BB572-20E7-4358-8798-0E59B612F6A7}" dt="2025-01-31T05:40:10.360" v="69" actId="2696"/>
        <pc:sldMkLst>
          <pc:docMk/>
          <pc:sldMk cId="2894075795" sldId="273"/>
        </pc:sldMkLst>
      </pc:sldChg>
      <pc:sldChg chg="del">
        <pc:chgData name="Vishnukaivalya Gudapati" userId="91c7e84e45e887cc" providerId="LiveId" clId="{4A9BB572-20E7-4358-8798-0E59B612F6A7}" dt="2025-01-31T05:39:23.288" v="67" actId="2696"/>
        <pc:sldMkLst>
          <pc:docMk/>
          <pc:sldMk cId="1998186184" sldId="287"/>
        </pc:sldMkLst>
      </pc:sldChg>
      <pc:sldChg chg="addSp delSp modSp new mod modClrScheme chgLayout">
        <pc:chgData name="Vishnukaivalya Gudapati" userId="91c7e84e45e887cc" providerId="LiveId" clId="{4A9BB572-20E7-4358-8798-0E59B612F6A7}" dt="2025-01-31T06:16:25.476" v="380" actId="20577"/>
        <pc:sldMkLst>
          <pc:docMk/>
          <pc:sldMk cId="2228832221" sldId="291"/>
        </pc:sldMkLst>
        <pc:spChg chg="add mod ord">
          <ac:chgData name="Vishnukaivalya Gudapati" userId="91c7e84e45e887cc" providerId="LiveId" clId="{4A9BB572-20E7-4358-8798-0E59B612F6A7}" dt="2025-01-31T06:16:25.476" v="380" actId="20577"/>
          <ac:spMkLst>
            <pc:docMk/>
            <pc:sldMk cId="2228832221" sldId="291"/>
            <ac:spMk id="4" creationId="{6FD7190E-C34B-8C97-4F41-B363156CC4A8}"/>
          </ac:spMkLst>
        </pc:spChg>
      </pc:sldChg>
      <pc:sldChg chg="addSp delSp modSp new mod modClrScheme chgLayout">
        <pc:chgData name="Vishnukaivalya Gudapati" userId="91c7e84e45e887cc" providerId="LiveId" clId="{4A9BB572-20E7-4358-8798-0E59B612F6A7}" dt="2025-01-31T06:16:16.496" v="379" actId="20577"/>
        <pc:sldMkLst>
          <pc:docMk/>
          <pc:sldMk cId="3244887" sldId="292"/>
        </pc:sldMkLst>
        <pc:spChg chg="add mod ord">
          <ac:chgData name="Vishnukaivalya Gudapati" userId="91c7e84e45e887cc" providerId="LiveId" clId="{4A9BB572-20E7-4358-8798-0E59B612F6A7}" dt="2025-01-31T06:16:16.496" v="379" actId="20577"/>
          <ac:spMkLst>
            <pc:docMk/>
            <pc:sldMk cId="3244887" sldId="292"/>
            <ac:spMk id="4" creationId="{1A36A9BB-BA8A-259F-47ED-4950E5619CDB}"/>
          </ac:spMkLst>
        </pc:spChg>
      </pc:sldChg>
      <pc:sldChg chg="addSp delSp modSp new mod">
        <pc:chgData name="Vishnukaivalya Gudapati" userId="91c7e84e45e887cc" providerId="LiveId" clId="{4A9BB572-20E7-4358-8798-0E59B612F6A7}" dt="2025-01-31T06:15:13.342" v="375" actId="207"/>
        <pc:sldMkLst>
          <pc:docMk/>
          <pc:sldMk cId="1586054220" sldId="293"/>
        </pc:sldMkLst>
        <pc:spChg chg="mod">
          <ac:chgData name="Vishnukaivalya Gudapati" userId="91c7e84e45e887cc" providerId="LiveId" clId="{4A9BB572-20E7-4358-8798-0E59B612F6A7}" dt="2025-01-31T06:15:13.342" v="375" actId="207"/>
          <ac:spMkLst>
            <pc:docMk/>
            <pc:sldMk cId="1586054220" sldId="293"/>
            <ac:spMk id="2" creationId="{BF39C640-5688-A3D4-6DC5-B112130F6681}"/>
          </ac:spMkLst>
        </pc:spChg>
        <pc:spChg chg="del">
          <ac:chgData name="Vishnukaivalya Gudapati" userId="91c7e84e45e887cc" providerId="LiveId" clId="{4A9BB572-20E7-4358-8798-0E59B612F6A7}" dt="2025-01-31T05:52:47.782" v="104" actId="931"/>
          <ac:spMkLst>
            <pc:docMk/>
            <pc:sldMk cId="1586054220" sldId="293"/>
            <ac:spMk id="3" creationId="{94AC9690-6394-E838-E640-C16A6413EEE4}"/>
          </ac:spMkLst>
        </pc:spChg>
        <pc:picChg chg="add mod">
          <ac:chgData name="Vishnukaivalya Gudapati" userId="91c7e84e45e887cc" providerId="LiveId" clId="{4A9BB572-20E7-4358-8798-0E59B612F6A7}" dt="2025-01-31T05:54:09.816" v="109" actId="1076"/>
          <ac:picMkLst>
            <pc:docMk/>
            <pc:sldMk cId="1586054220" sldId="293"/>
            <ac:picMk id="5" creationId="{F28EDBC3-129C-B4DB-81C8-158EC1018F7C}"/>
          </ac:picMkLst>
        </pc:picChg>
      </pc:sldChg>
      <pc:sldChg chg="addSp delSp modSp new mod modClrScheme chgLayout">
        <pc:chgData name="Vishnukaivalya Gudapati" userId="91c7e84e45e887cc" providerId="LiveId" clId="{4A9BB572-20E7-4358-8798-0E59B612F6A7}" dt="2025-01-31T05:59:43.658" v="146" actId="1076"/>
        <pc:sldMkLst>
          <pc:docMk/>
          <pc:sldMk cId="1647332699" sldId="294"/>
        </pc:sldMkLst>
        <pc:spChg chg="del mod ord">
          <ac:chgData name="Vishnukaivalya Gudapati" userId="91c7e84e45e887cc" providerId="LiveId" clId="{4A9BB572-20E7-4358-8798-0E59B612F6A7}" dt="2025-01-31T05:54:32.011" v="111" actId="700"/>
          <ac:spMkLst>
            <pc:docMk/>
            <pc:sldMk cId="1647332699" sldId="294"/>
            <ac:spMk id="2" creationId="{7957C98C-881F-67AE-BA33-B1CA7CDDDA03}"/>
          </ac:spMkLst>
        </pc:spChg>
        <pc:spChg chg="del">
          <ac:chgData name="Vishnukaivalya Gudapati" userId="91c7e84e45e887cc" providerId="LiveId" clId="{4A9BB572-20E7-4358-8798-0E59B612F6A7}" dt="2025-01-31T05:54:32.011" v="111" actId="700"/>
          <ac:spMkLst>
            <pc:docMk/>
            <pc:sldMk cId="1647332699" sldId="294"/>
            <ac:spMk id="3" creationId="{3C5A8AEE-550A-8A64-49F4-EC496932F0F3}"/>
          </ac:spMkLst>
        </pc:spChg>
        <pc:spChg chg="add mod ord">
          <ac:chgData name="Vishnukaivalya Gudapati" userId="91c7e84e45e887cc" providerId="LiveId" clId="{4A9BB572-20E7-4358-8798-0E59B612F6A7}" dt="2025-01-31T05:59:43.658" v="146" actId="1076"/>
          <ac:spMkLst>
            <pc:docMk/>
            <pc:sldMk cId="1647332699" sldId="294"/>
            <ac:spMk id="4" creationId="{8F41B753-1079-BBB7-7147-D333BCD732F7}"/>
          </ac:spMkLst>
        </pc:spChg>
        <pc:picChg chg="add mod">
          <ac:chgData name="Vishnukaivalya Gudapati" userId="91c7e84e45e887cc" providerId="LiveId" clId="{4A9BB572-20E7-4358-8798-0E59B612F6A7}" dt="2025-01-31T05:59:40.116" v="145" actId="1076"/>
          <ac:picMkLst>
            <pc:docMk/>
            <pc:sldMk cId="1647332699" sldId="294"/>
            <ac:picMk id="6" creationId="{80031A91-77CC-144A-F2C8-AA75A36C87AC}"/>
          </ac:picMkLst>
        </pc:picChg>
      </pc:sldChg>
      <pc:sldChg chg="addSp modSp new mod">
        <pc:chgData name="Vishnukaivalya Gudapati" userId="91c7e84e45e887cc" providerId="LiveId" clId="{4A9BB572-20E7-4358-8798-0E59B612F6A7}" dt="2025-01-31T06:01:05.428" v="165" actId="1076"/>
        <pc:sldMkLst>
          <pc:docMk/>
          <pc:sldMk cId="2258445501" sldId="295"/>
        </pc:sldMkLst>
        <pc:spChg chg="mod">
          <ac:chgData name="Vishnukaivalya Gudapati" userId="91c7e84e45e887cc" providerId="LiveId" clId="{4A9BB572-20E7-4358-8798-0E59B612F6A7}" dt="2025-01-31T06:01:00.746" v="164" actId="1076"/>
          <ac:spMkLst>
            <pc:docMk/>
            <pc:sldMk cId="2258445501" sldId="295"/>
            <ac:spMk id="2" creationId="{C6D68D5C-006D-3E4F-38F1-A386B941ACD2}"/>
          </ac:spMkLst>
        </pc:spChg>
        <pc:picChg chg="add mod">
          <ac:chgData name="Vishnukaivalya Gudapati" userId="91c7e84e45e887cc" providerId="LiveId" clId="{4A9BB572-20E7-4358-8798-0E59B612F6A7}" dt="2025-01-31T06:01:05.428" v="165" actId="1076"/>
          <ac:picMkLst>
            <pc:docMk/>
            <pc:sldMk cId="2258445501" sldId="295"/>
            <ac:picMk id="4" creationId="{1CEC003E-682C-73DF-08C5-A5948CC058F5}"/>
          </ac:picMkLst>
        </pc:picChg>
      </pc:sldChg>
      <pc:sldChg chg="addSp modSp new mod">
        <pc:chgData name="Vishnukaivalya Gudapati" userId="91c7e84e45e887cc" providerId="LiveId" clId="{4A9BB572-20E7-4358-8798-0E59B612F6A7}" dt="2025-01-31T06:00:44.372" v="161" actId="14100"/>
        <pc:sldMkLst>
          <pc:docMk/>
          <pc:sldMk cId="34675155" sldId="296"/>
        </pc:sldMkLst>
        <pc:spChg chg="mod">
          <ac:chgData name="Vishnukaivalya Gudapati" userId="91c7e84e45e887cc" providerId="LiveId" clId="{4A9BB572-20E7-4358-8798-0E59B612F6A7}" dt="2025-01-31T06:00:40.365" v="160" actId="14100"/>
          <ac:spMkLst>
            <pc:docMk/>
            <pc:sldMk cId="34675155" sldId="296"/>
            <ac:spMk id="2" creationId="{F5B80483-44CD-FCBD-43B1-E7518F41B373}"/>
          </ac:spMkLst>
        </pc:spChg>
        <pc:picChg chg="add mod">
          <ac:chgData name="Vishnukaivalya Gudapati" userId="91c7e84e45e887cc" providerId="LiveId" clId="{4A9BB572-20E7-4358-8798-0E59B612F6A7}" dt="2025-01-31T06:00:44.372" v="161" actId="14100"/>
          <ac:picMkLst>
            <pc:docMk/>
            <pc:sldMk cId="34675155" sldId="296"/>
            <ac:picMk id="4" creationId="{3F2B29A3-66F2-1F76-015E-53535B24F2E8}"/>
          </ac:picMkLst>
        </pc:picChg>
      </pc:sldChg>
      <pc:sldChg chg="addSp modSp new mod">
        <pc:chgData name="Vishnukaivalya Gudapati" userId="91c7e84e45e887cc" providerId="LiveId" clId="{4A9BB572-20E7-4358-8798-0E59B612F6A7}" dt="2025-01-31T06:01:19.039" v="169" actId="14100"/>
        <pc:sldMkLst>
          <pc:docMk/>
          <pc:sldMk cId="2305765260" sldId="297"/>
        </pc:sldMkLst>
        <pc:spChg chg="mod">
          <ac:chgData name="Vishnukaivalya Gudapati" userId="91c7e84e45e887cc" providerId="LiveId" clId="{4A9BB572-20E7-4358-8798-0E59B612F6A7}" dt="2025-01-31T05:57:23.582" v="132" actId="14100"/>
          <ac:spMkLst>
            <pc:docMk/>
            <pc:sldMk cId="2305765260" sldId="297"/>
            <ac:spMk id="2" creationId="{2ADC5868-A170-B953-B9CA-26CB48E74A4D}"/>
          </ac:spMkLst>
        </pc:spChg>
        <pc:picChg chg="add mod">
          <ac:chgData name="Vishnukaivalya Gudapati" userId="91c7e84e45e887cc" providerId="LiveId" clId="{4A9BB572-20E7-4358-8798-0E59B612F6A7}" dt="2025-01-31T06:01:19.039" v="169" actId="14100"/>
          <ac:picMkLst>
            <pc:docMk/>
            <pc:sldMk cId="2305765260" sldId="297"/>
            <ac:picMk id="4" creationId="{E5AA6F56-BB51-6A0C-0184-C248F22AF678}"/>
          </ac:picMkLst>
        </pc:picChg>
      </pc:sldChg>
      <pc:sldChg chg="addSp modSp new mod">
        <pc:chgData name="Vishnukaivalya Gudapati" userId="91c7e84e45e887cc" providerId="LiveId" clId="{4A9BB572-20E7-4358-8798-0E59B612F6A7}" dt="2025-01-31T06:01:41.156" v="175" actId="14100"/>
        <pc:sldMkLst>
          <pc:docMk/>
          <pc:sldMk cId="715373546" sldId="298"/>
        </pc:sldMkLst>
        <pc:spChg chg="mod">
          <ac:chgData name="Vishnukaivalya Gudapati" userId="91c7e84e45e887cc" providerId="LiveId" clId="{4A9BB572-20E7-4358-8798-0E59B612F6A7}" dt="2025-01-31T06:01:41.156" v="175" actId="14100"/>
          <ac:spMkLst>
            <pc:docMk/>
            <pc:sldMk cId="715373546" sldId="298"/>
            <ac:spMk id="2" creationId="{E0D60134-67D2-D285-BFA7-6B08364DE9B4}"/>
          </ac:spMkLst>
        </pc:spChg>
        <pc:picChg chg="add mod">
          <ac:chgData name="Vishnukaivalya Gudapati" userId="91c7e84e45e887cc" providerId="LiveId" clId="{4A9BB572-20E7-4358-8798-0E59B612F6A7}" dt="2025-01-31T06:01:29.505" v="171" actId="14100"/>
          <ac:picMkLst>
            <pc:docMk/>
            <pc:sldMk cId="715373546" sldId="298"/>
            <ac:picMk id="4" creationId="{1C835AFE-EA5E-31EE-0CEB-E63A482BE86E}"/>
          </ac:picMkLst>
        </pc:picChg>
      </pc:sldChg>
      <pc:sldChg chg="addSp modSp new mod">
        <pc:chgData name="Vishnukaivalya Gudapati" userId="91c7e84e45e887cc" providerId="LiveId" clId="{4A9BB572-20E7-4358-8798-0E59B612F6A7}" dt="2025-01-31T06:02:01.607" v="181" actId="1076"/>
        <pc:sldMkLst>
          <pc:docMk/>
          <pc:sldMk cId="3202197533" sldId="299"/>
        </pc:sldMkLst>
        <pc:spChg chg="mod">
          <ac:chgData name="Vishnukaivalya Gudapati" userId="91c7e84e45e887cc" providerId="LiveId" clId="{4A9BB572-20E7-4358-8798-0E59B612F6A7}" dt="2025-01-31T06:01:54.355" v="178" actId="1076"/>
          <ac:spMkLst>
            <pc:docMk/>
            <pc:sldMk cId="3202197533" sldId="299"/>
            <ac:spMk id="2" creationId="{13C7BF28-92A1-394E-F1B9-C579FC07B5AA}"/>
          </ac:spMkLst>
        </pc:spChg>
        <pc:picChg chg="add mod">
          <ac:chgData name="Vishnukaivalya Gudapati" userId="91c7e84e45e887cc" providerId="LiveId" clId="{4A9BB572-20E7-4358-8798-0E59B612F6A7}" dt="2025-01-31T06:02:01.607" v="181" actId="1076"/>
          <ac:picMkLst>
            <pc:docMk/>
            <pc:sldMk cId="3202197533" sldId="299"/>
            <ac:picMk id="4" creationId="{DBFF121B-89E2-A427-8236-CFA2AEDA6635}"/>
          </ac:picMkLst>
        </pc:picChg>
      </pc:sldChg>
      <pc:sldChg chg="addSp delSp modSp new mod chgLayout">
        <pc:chgData name="Vishnukaivalya Gudapati" userId="91c7e84e45e887cc" providerId="LiveId" clId="{4A9BB572-20E7-4358-8798-0E59B612F6A7}" dt="2025-01-31T06:03:27.475" v="207" actId="1076"/>
        <pc:sldMkLst>
          <pc:docMk/>
          <pc:sldMk cId="3096050976" sldId="300"/>
        </pc:sldMkLst>
        <pc:spChg chg="del mod">
          <ac:chgData name="Vishnukaivalya Gudapati" userId="91c7e84e45e887cc" providerId="LiveId" clId="{4A9BB572-20E7-4358-8798-0E59B612F6A7}" dt="2025-01-31T06:03:00.651" v="197" actId="700"/>
          <ac:spMkLst>
            <pc:docMk/>
            <pc:sldMk cId="3096050976" sldId="300"/>
            <ac:spMk id="2" creationId="{C0E74FFF-6439-E529-C348-73EF53415191}"/>
          </ac:spMkLst>
        </pc:spChg>
        <pc:spChg chg="add mod ord">
          <ac:chgData name="Vishnukaivalya Gudapati" userId="91c7e84e45e887cc" providerId="LiveId" clId="{4A9BB572-20E7-4358-8798-0E59B612F6A7}" dt="2025-01-31T06:03:16.482" v="202" actId="14100"/>
          <ac:spMkLst>
            <pc:docMk/>
            <pc:sldMk cId="3096050976" sldId="300"/>
            <ac:spMk id="5" creationId="{0E90E66B-9FAE-22A8-46F7-6EEF9DCB00DD}"/>
          </ac:spMkLst>
        </pc:spChg>
        <pc:picChg chg="add del mod">
          <ac:chgData name="Vishnukaivalya Gudapati" userId="91c7e84e45e887cc" providerId="LiveId" clId="{4A9BB572-20E7-4358-8798-0E59B612F6A7}" dt="2025-01-31T06:02:55.038" v="196" actId="478"/>
          <ac:picMkLst>
            <pc:docMk/>
            <pc:sldMk cId="3096050976" sldId="300"/>
            <ac:picMk id="4" creationId="{394277DF-C0E6-D899-55BE-652368F3B8A7}"/>
          </ac:picMkLst>
        </pc:picChg>
        <pc:picChg chg="add mod">
          <ac:chgData name="Vishnukaivalya Gudapati" userId="91c7e84e45e887cc" providerId="LiveId" clId="{4A9BB572-20E7-4358-8798-0E59B612F6A7}" dt="2025-01-31T06:03:27.475" v="207" actId="1076"/>
          <ac:picMkLst>
            <pc:docMk/>
            <pc:sldMk cId="3096050976" sldId="300"/>
            <ac:picMk id="6" creationId="{A3C64AE5-4CB6-1A34-F858-F823F8A5996C}"/>
          </ac:picMkLst>
        </pc:picChg>
      </pc:sldChg>
      <pc:sldChg chg="addSp delSp modSp new mod modClrScheme chgLayout">
        <pc:chgData name="Vishnukaivalya Gudapati" userId="91c7e84e45e887cc" providerId="LiveId" clId="{4A9BB572-20E7-4358-8798-0E59B612F6A7}" dt="2025-01-31T06:15:22.335" v="376" actId="207"/>
        <pc:sldMkLst>
          <pc:docMk/>
          <pc:sldMk cId="1167173745" sldId="301"/>
        </pc:sldMkLst>
        <pc:spChg chg="del mod ord">
          <ac:chgData name="Vishnukaivalya Gudapati" userId="91c7e84e45e887cc" providerId="LiveId" clId="{4A9BB572-20E7-4358-8798-0E59B612F6A7}" dt="2025-01-31T06:04:07.343" v="209" actId="700"/>
          <ac:spMkLst>
            <pc:docMk/>
            <pc:sldMk cId="1167173745" sldId="301"/>
            <ac:spMk id="2" creationId="{D1AC8321-FEFB-2909-91BE-A7EB95D94341}"/>
          </ac:spMkLst>
        </pc:spChg>
        <pc:spChg chg="add mod ord">
          <ac:chgData name="Vishnukaivalya Gudapati" userId="91c7e84e45e887cc" providerId="LiveId" clId="{4A9BB572-20E7-4358-8798-0E59B612F6A7}" dt="2025-01-31T06:15:22.335" v="376" actId="207"/>
          <ac:spMkLst>
            <pc:docMk/>
            <pc:sldMk cId="1167173745" sldId="301"/>
            <ac:spMk id="3" creationId="{BC4033E1-D053-1A93-1A03-A325C890B5E5}"/>
          </ac:spMkLst>
        </pc:spChg>
        <pc:spChg chg="add del mod ord">
          <ac:chgData name="Vishnukaivalya Gudapati" userId="91c7e84e45e887cc" providerId="LiveId" clId="{4A9BB572-20E7-4358-8798-0E59B612F6A7}" dt="2025-01-31T06:04:58.350" v="237" actId="931"/>
          <ac:spMkLst>
            <pc:docMk/>
            <pc:sldMk cId="1167173745" sldId="301"/>
            <ac:spMk id="4" creationId="{3F19DD27-5D6C-126D-6AA5-43E9D74A154C}"/>
          </ac:spMkLst>
        </pc:spChg>
        <pc:picChg chg="add mod">
          <ac:chgData name="Vishnukaivalya Gudapati" userId="91c7e84e45e887cc" providerId="LiveId" clId="{4A9BB572-20E7-4358-8798-0E59B612F6A7}" dt="2025-01-31T06:05:09.829" v="240" actId="1076"/>
          <ac:picMkLst>
            <pc:docMk/>
            <pc:sldMk cId="1167173745" sldId="301"/>
            <ac:picMk id="6" creationId="{52194720-6441-CD12-7ACB-F1C3EB04F914}"/>
          </ac:picMkLst>
        </pc:picChg>
      </pc:sldChg>
      <pc:sldChg chg="addSp delSp modSp new mod modClrScheme chgLayout">
        <pc:chgData name="Vishnukaivalya Gudapati" userId="91c7e84e45e887cc" providerId="LiveId" clId="{4A9BB572-20E7-4358-8798-0E59B612F6A7}" dt="2025-01-31T06:13:11.796" v="304" actId="1076"/>
        <pc:sldMkLst>
          <pc:docMk/>
          <pc:sldMk cId="597900722" sldId="302"/>
        </pc:sldMkLst>
        <pc:spChg chg="del mod ord">
          <ac:chgData name="Vishnukaivalya Gudapati" userId="91c7e84e45e887cc" providerId="LiveId" clId="{4A9BB572-20E7-4358-8798-0E59B612F6A7}" dt="2025-01-31T06:05:40.969" v="244" actId="700"/>
          <ac:spMkLst>
            <pc:docMk/>
            <pc:sldMk cId="597900722" sldId="302"/>
            <ac:spMk id="2" creationId="{BC2C3922-BFE1-C3A8-C3CD-539987AD0B2D}"/>
          </ac:spMkLst>
        </pc:spChg>
        <pc:spChg chg="del">
          <ac:chgData name="Vishnukaivalya Gudapati" userId="91c7e84e45e887cc" providerId="LiveId" clId="{4A9BB572-20E7-4358-8798-0E59B612F6A7}" dt="2025-01-31T06:05:40.969" v="244" actId="700"/>
          <ac:spMkLst>
            <pc:docMk/>
            <pc:sldMk cId="597900722" sldId="302"/>
            <ac:spMk id="3" creationId="{694047D9-1394-8936-9390-9A78B5E07805}"/>
          </ac:spMkLst>
        </pc:spChg>
        <pc:spChg chg="add mod ord">
          <ac:chgData name="Vishnukaivalya Gudapati" userId="91c7e84e45e887cc" providerId="LiveId" clId="{4A9BB572-20E7-4358-8798-0E59B612F6A7}" dt="2025-01-31T06:13:02.959" v="302" actId="20577"/>
          <ac:spMkLst>
            <pc:docMk/>
            <pc:sldMk cId="597900722" sldId="302"/>
            <ac:spMk id="4" creationId="{FE66EC71-B80F-B0A6-11D4-70161CEB0854}"/>
          </ac:spMkLst>
        </pc:spChg>
        <pc:picChg chg="add mod modCrop">
          <ac:chgData name="Vishnukaivalya Gudapati" userId="91c7e84e45e887cc" providerId="LiveId" clId="{4A9BB572-20E7-4358-8798-0E59B612F6A7}" dt="2025-01-31T06:13:11.796" v="304" actId="1076"/>
          <ac:picMkLst>
            <pc:docMk/>
            <pc:sldMk cId="597900722" sldId="302"/>
            <ac:picMk id="6" creationId="{564FB2B0-82A8-22E5-73FC-336EEF64036A}"/>
          </ac:picMkLst>
        </pc:picChg>
      </pc:sldChg>
    </pc:docChg>
  </pc:docChgLst>
  <pc:docChgLst>
    <pc:chgData name="Vishnukaivalya Gudapati" userId="91c7e84e45e887cc" providerId="LiveId" clId="{3F0CE3EB-0EEF-4BDC-A382-67035D70A2A2}"/>
    <pc:docChg chg="custSel addSld delSld modSld">
      <pc:chgData name="Vishnukaivalya Gudapati" userId="91c7e84e45e887cc" providerId="LiveId" clId="{3F0CE3EB-0EEF-4BDC-A382-67035D70A2A2}" dt="2025-01-24T04:13:24.128" v="107" actId="2696"/>
      <pc:docMkLst>
        <pc:docMk/>
      </pc:docMkLst>
      <pc:sldChg chg="modSp mod">
        <pc:chgData name="Vishnukaivalya Gudapati" userId="91c7e84e45e887cc" providerId="LiveId" clId="{3F0CE3EB-0EEF-4BDC-A382-67035D70A2A2}" dt="2025-01-24T04:08:22.596" v="27" actId="207"/>
        <pc:sldMkLst>
          <pc:docMk/>
          <pc:sldMk cId="4291260826" sldId="270"/>
        </pc:sldMkLst>
        <pc:spChg chg="mod">
          <ac:chgData name="Vishnukaivalya Gudapati" userId="91c7e84e45e887cc" providerId="LiveId" clId="{3F0CE3EB-0EEF-4BDC-A382-67035D70A2A2}" dt="2025-01-24T04:08:22.596" v="27" actId="207"/>
          <ac:spMkLst>
            <pc:docMk/>
            <pc:sldMk cId="4291260826" sldId="270"/>
            <ac:spMk id="2" creationId="{B06D850D-72C0-E8D5-5EBB-3065CB63BBB7}"/>
          </ac:spMkLst>
        </pc:spChg>
      </pc:sldChg>
      <pc:sldChg chg="modSp mod">
        <pc:chgData name="Vishnukaivalya Gudapati" userId="91c7e84e45e887cc" providerId="LiveId" clId="{3F0CE3EB-0EEF-4BDC-A382-67035D70A2A2}" dt="2025-01-24T04:08:06.725" v="25" actId="207"/>
        <pc:sldMkLst>
          <pc:docMk/>
          <pc:sldMk cId="2568791214" sldId="272"/>
        </pc:sldMkLst>
        <pc:spChg chg="mod">
          <ac:chgData name="Vishnukaivalya Gudapati" userId="91c7e84e45e887cc" providerId="LiveId" clId="{3F0CE3EB-0EEF-4BDC-A382-67035D70A2A2}" dt="2025-01-24T04:08:06.725" v="25" actId="207"/>
          <ac:spMkLst>
            <pc:docMk/>
            <pc:sldMk cId="2568791214" sldId="272"/>
            <ac:spMk id="2" creationId="{DB8C954E-A56D-F0E5-064E-D96258774953}"/>
          </ac:spMkLst>
        </pc:spChg>
      </pc:sldChg>
      <pc:sldChg chg="modSp mod">
        <pc:chgData name="Vishnukaivalya Gudapati" userId="91c7e84e45e887cc" providerId="LiveId" clId="{3F0CE3EB-0EEF-4BDC-A382-67035D70A2A2}" dt="2025-01-24T04:08:13.419" v="26" actId="207"/>
        <pc:sldMkLst>
          <pc:docMk/>
          <pc:sldMk cId="2751555812" sldId="279"/>
        </pc:sldMkLst>
        <pc:spChg chg="mod">
          <ac:chgData name="Vishnukaivalya Gudapati" userId="91c7e84e45e887cc" providerId="LiveId" clId="{3F0CE3EB-0EEF-4BDC-A382-67035D70A2A2}" dt="2025-01-24T04:08:13.419" v="26" actId="207"/>
          <ac:spMkLst>
            <pc:docMk/>
            <pc:sldMk cId="2751555812" sldId="279"/>
            <ac:spMk id="2" creationId="{D85652D6-301A-4FCC-B9C1-1CD2866F7C3F}"/>
          </ac:spMkLst>
        </pc:spChg>
        <pc:spChg chg="mod">
          <ac:chgData name="Vishnukaivalya Gudapati" userId="91c7e84e45e887cc" providerId="LiveId" clId="{3F0CE3EB-0EEF-4BDC-A382-67035D70A2A2}" dt="2025-01-24T04:06:10.105" v="8" actId="27636"/>
          <ac:spMkLst>
            <pc:docMk/>
            <pc:sldMk cId="2751555812" sldId="279"/>
            <ac:spMk id="3" creationId="{F4F24AF2-23C8-491A-B14A-5C4D2C02A91C}"/>
          </ac:spMkLst>
        </pc:spChg>
      </pc:sldChg>
      <pc:sldChg chg="modSp del mod">
        <pc:chgData name="Vishnukaivalya Gudapati" userId="91c7e84e45e887cc" providerId="LiveId" clId="{3F0CE3EB-0EEF-4BDC-A382-67035D70A2A2}" dt="2025-01-24T04:06:22.794" v="10" actId="2696"/>
        <pc:sldMkLst>
          <pc:docMk/>
          <pc:sldMk cId="3399550812" sldId="280"/>
        </pc:sldMkLst>
      </pc:sldChg>
      <pc:sldChg chg="modSp mod">
        <pc:chgData name="Vishnukaivalya Gudapati" userId="91c7e84e45e887cc" providerId="LiveId" clId="{3F0CE3EB-0EEF-4BDC-A382-67035D70A2A2}" dt="2025-01-24T04:09:17.371" v="36" actId="5793"/>
        <pc:sldMkLst>
          <pc:docMk/>
          <pc:sldMk cId="2569041089" sldId="281"/>
        </pc:sldMkLst>
        <pc:spChg chg="mod">
          <ac:chgData name="Vishnukaivalya Gudapati" userId="91c7e84e45e887cc" providerId="LiveId" clId="{3F0CE3EB-0EEF-4BDC-A382-67035D70A2A2}" dt="2025-01-24T04:09:17.371" v="36" actId="5793"/>
          <ac:spMkLst>
            <pc:docMk/>
            <pc:sldMk cId="2569041089" sldId="281"/>
            <ac:spMk id="3" creationId="{70848A6E-D4C4-4E07-9D66-AE242BEBEF4A}"/>
          </ac:spMkLst>
        </pc:spChg>
      </pc:sldChg>
      <pc:sldChg chg="modSp mod">
        <pc:chgData name="Vishnukaivalya Gudapati" userId="91c7e84e45e887cc" providerId="LiveId" clId="{3F0CE3EB-0EEF-4BDC-A382-67035D70A2A2}" dt="2025-01-24T04:08:27.649" v="28" actId="207"/>
        <pc:sldMkLst>
          <pc:docMk/>
          <pc:sldMk cId="1238515588" sldId="282"/>
        </pc:sldMkLst>
        <pc:spChg chg="mod">
          <ac:chgData name="Vishnukaivalya Gudapati" userId="91c7e84e45e887cc" providerId="LiveId" clId="{3F0CE3EB-0EEF-4BDC-A382-67035D70A2A2}" dt="2025-01-24T04:08:27.649" v="28" actId="207"/>
          <ac:spMkLst>
            <pc:docMk/>
            <pc:sldMk cId="1238515588" sldId="282"/>
            <ac:spMk id="2" creationId="{F5A9E00D-D281-6A69-696E-50625187AD21}"/>
          </ac:spMkLst>
        </pc:spChg>
      </pc:sldChg>
      <pc:sldChg chg="modSp mod">
        <pc:chgData name="Vishnukaivalya Gudapati" userId="91c7e84e45e887cc" providerId="LiveId" clId="{3F0CE3EB-0EEF-4BDC-A382-67035D70A2A2}" dt="2025-01-24T04:08:34.263" v="29" actId="207"/>
        <pc:sldMkLst>
          <pc:docMk/>
          <pc:sldMk cId="3942270771" sldId="285"/>
        </pc:sldMkLst>
        <pc:spChg chg="mod">
          <ac:chgData name="Vishnukaivalya Gudapati" userId="91c7e84e45e887cc" providerId="LiveId" clId="{3F0CE3EB-0EEF-4BDC-A382-67035D70A2A2}" dt="2025-01-24T04:08:34.263" v="29" actId="207"/>
          <ac:spMkLst>
            <pc:docMk/>
            <pc:sldMk cId="3942270771" sldId="285"/>
            <ac:spMk id="2" creationId="{3E353CA9-DB90-233D-2E37-02D4176F63C4}"/>
          </ac:spMkLst>
        </pc:spChg>
      </pc:sldChg>
      <pc:sldChg chg="modSp mod">
        <pc:chgData name="Vishnukaivalya Gudapati" userId="91c7e84e45e887cc" providerId="LiveId" clId="{3F0CE3EB-0EEF-4BDC-A382-67035D70A2A2}" dt="2025-01-24T04:08:42.475" v="30" actId="207"/>
        <pc:sldMkLst>
          <pc:docMk/>
          <pc:sldMk cId="2399714219" sldId="286"/>
        </pc:sldMkLst>
        <pc:spChg chg="mod">
          <ac:chgData name="Vishnukaivalya Gudapati" userId="91c7e84e45e887cc" providerId="LiveId" clId="{3F0CE3EB-0EEF-4BDC-A382-67035D70A2A2}" dt="2025-01-24T04:08:42.475" v="30" actId="207"/>
          <ac:spMkLst>
            <pc:docMk/>
            <pc:sldMk cId="2399714219" sldId="286"/>
            <ac:spMk id="2" creationId="{76C9D18F-486E-7B31-C9AD-34F2364AF019}"/>
          </ac:spMkLst>
        </pc:spChg>
      </pc:sldChg>
      <pc:sldChg chg="modSp mod">
        <pc:chgData name="Vishnukaivalya Gudapati" userId="91c7e84e45e887cc" providerId="LiveId" clId="{3F0CE3EB-0EEF-4BDC-A382-67035D70A2A2}" dt="2025-01-24T04:05:44.932" v="6" actId="255"/>
        <pc:sldMkLst>
          <pc:docMk/>
          <pc:sldMk cId="2858773661" sldId="288"/>
        </pc:sldMkLst>
        <pc:spChg chg="mod">
          <ac:chgData name="Vishnukaivalya Gudapati" userId="91c7e84e45e887cc" providerId="LiveId" clId="{3F0CE3EB-0EEF-4BDC-A382-67035D70A2A2}" dt="2025-01-24T04:05:44.932" v="6" actId="255"/>
          <ac:spMkLst>
            <pc:docMk/>
            <pc:sldMk cId="2858773661" sldId="288"/>
            <ac:spMk id="4" creationId="{A4908F09-F1AD-C796-2F53-6E296C277ACE}"/>
          </ac:spMkLst>
        </pc:spChg>
      </pc:sldChg>
      <pc:sldChg chg="modSp new mod">
        <pc:chgData name="Vishnukaivalya Gudapati" userId="91c7e84e45e887cc" providerId="LiveId" clId="{3F0CE3EB-0EEF-4BDC-A382-67035D70A2A2}" dt="2025-01-24T04:11:54.433" v="78" actId="14100"/>
        <pc:sldMkLst>
          <pc:docMk/>
          <pc:sldMk cId="754877597" sldId="289"/>
        </pc:sldMkLst>
        <pc:spChg chg="mod">
          <ac:chgData name="Vishnukaivalya Gudapati" userId="91c7e84e45e887cc" providerId="LiveId" clId="{3F0CE3EB-0EEF-4BDC-A382-67035D70A2A2}" dt="2025-01-24T04:11:54.433" v="78" actId="14100"/>
          <ac:spMkLst>
            <pc:docMk/>
            <pc:sldMk cId="754877597" sldId="289"/>
            <ac:spMk id="2" creationId="{F6ABAC42-7DDE-F6D2-289E-22B24397F1A9}"/>
          </ac:spMkLst>
        </pc:spChg>
        <pc:spChg chg="mod">
          <ac:chgData name="Vishnukaivalya Gudapati" userId="91c7e84e45e887cc" providerId="LiveId" clId="{3F0CE3EB-0EEF-4BDC-A382-67035D70A2A2}" dt="2025-01-24T04:11:41.125" v="73" actId="14100"/>
          <ac:spMkLst>
            <pc:docMk/>
            <pc:sldMk cId="754877597" sldId="289"/>
            <ac:spMk id="3" creationId="{2CEDA91A-09F9-2762-75E8-255843C1C828}"/>
          </ac:spMkLst>
        </pc:spChg>
      </pc:sldChg>
      <pc:sldChg chg="modSp new mod">
        <pc:chgData name="Vishnukaivalya Gudapati" userId="91c7e84e45e887cc" providerId="LiveId" clId="{3F0CE3EB-0EEF-4BDC-A382-67035D70A2A2}" dt="2025-01-24T04:12:42.583" v="91" actId="123"/>
        <pc:sldMkLst>
          <pc:docMk/>
          <pc:sldMk cId="3282509698" sldId="290"/>
        </pc:sldMkLst>
        <pc:spChg chg="mod">
          <ac:chgData name="Vishnukaivalya Gudapati" userId="91c7e84e45e887cc" providerId="LiveId" clId="{3F0CE3EB-0EEF-4BDC-A382-67035D70A2A2}" dt="2025-01-24T04:10:12.080" v="54" actId="2711"/>
          <ac:spMkLst>
            <pc:docMk/>
            <pc:sldMk cId="3282509698" sldId="290"/>
            <ac:spMk id="2" creationId="{9ADE8F2B-E2C0-26DC-E94C-6D68EE238A5E}"/>
          </ac:spMkLst>
        </pc:spChg>
        <pc:spChg chg="mod">
          <ac:chgData name="Vishnukaivalya Gudapati" userId="91c7e84e45e887cc" providerId="LiveId" clId="{3F0CE3EB-0EEF-4BDC-A382-67035D70A2A2}" dt="2025-01-24T04:12:42.583" v="91" actId="123"/>
          <ac:spMkLst>
            <pc:docMk/>
            <pc:sldMk cId="3282509698" sldId="290"/>
            <ac:spMk id="3" creationId="{3D50CD30-91DE-EB42-96C8-D336E334E313}"/>
          </ac:spMkLst>
        </pc:spChg>
      </pc:sldChg>
      <pc:sldChg chg="modSp new del mod">
        <pc:chgData name="Vishnukaivalya Gudapati" userId="91c7e84e45e887cc" providerId="LiveId" clId="{3F0CE3EB-0EEF-4BDC-A382-67035D70A2A2}" dt="2025-01-24T04:13:24.128" v="107" actId="2696"/>
        <pc:sldMkLst>
          <pc:docMk/>
          <pc:sldMk cId="2592795308" sldId="2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092957-D1BB-F438-3DA9-127998CD3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RDHEI based on Multi-MSB &amp; Huffman Coding</a:t>
            </a:r>
            <a:endParaRPr lang="en-IN"/>
          </a:p>
        </p:txBody>
      </p:sp>
      <p:sp>
        <p:nvSpPr>
          <p:cNvPr id="3" name="Date Placeholder 2">
            <a:extLst>
              <a:ext uri="{FF2B5EF4-FFF2-40B4-BE49-F238E27FC236}">
                <a16:creationId xmlns:a16="http://schemas.microsoft.com/office/drawing/2014/main" id="{FF5788E9-44AC-935A-BBB2-79F5D00E96C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9DEDE7-EB19-4F69-8F17-89DCA9C26C4E}" type="datetime1">
              <a:rPr lang="en-IN" smtClean="0"/>
              <a:pPr/>
              <a:t>12-06-2025</a:t>
            </a:fld>
            <a:endParaRPr lang="en-IN"/>
          </a:p>
        </p:txBody>
      </p:sp>
      <p:sp>
        <p:nvSpPr>
          <p:cNvPr id="4" name="Footer Placeholder 3">
            <a:extLst>
              <a:ext uri="{FF2B5EF4-FFF2-40B4-BE49-F238E27FC236}">
                <a16:creationId xmlns:a16="http://schemas.microsoft.com/office/drawing/2014/main" id="{0598DF4A-8B17-E83D-547C-68C10A7B7B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A76F5CD-B2CE-C56C-A8C9-AFA8AEEBCDC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E6A796-F10B-403E-A1C7-FBA15283D293}" type="slidenum">
              <a:rPr lang="en-IN" smtClean="0"/>
              <a:pPr/>
              <a:t>‹#›</a:t>
            </a:fld>
            <a:endParaRPr lang="en-IN"/>
          </a:p>
        </p:txBody>
      </p:sp>
    </p:spTree>
    <p:extLst>
      <p:ext uri="{BB962C8B-B14F-4D97-AF65-F5344CB8AC3E}">
        <p14:creationId xmlns:p14="http://schemas.microsoft.com/office/powerpoint/2010/main" val="4176697662"/>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RDHEI based on Multi-MSB &amp; Huffman Coding</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137FF0-9E6D-4671-A48F-7174CB25A569}" type="datetime1">
              <a:rPr lang="en-IN" smtClean="0"/>
              <a:pPr/>
              <a:t>12-06-2025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5236C0-4AED-4849-B5D4-C4C6A2D2D527}" type="slidenum">
              <a:rPr lang="en-IN" smtClean="0"/>
              <a:pPr/>
              <a:t>‹#›</a:t>
            </a:fld>
            <a:endParaRPr lang="en-IN"/>
          </a:p>
        </p:txBody>
      </p:sp>
    </p:spTree>
    <p:extLst>
      <p:ext uri="{BB962C8B-B14F-4D97-AF65-F5344CB8AC3E}">
        <p14:creationId xmlns:p14="http://schemas.microsoft.com/office/powerpoint/2010/main" val="302135389"/>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D8F49D-F70F-4841-AB52-DBA7BB7D9A4B}" type="datetime1">
              <a:rPr lang="en-IN" smtClean="0"/>
              <a:pPr/>
              <a:t>12-06-2025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150173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24A333-DF5E-4F0B-A483-A80315EB41D0}" type="datetime1">
              <a:rPr lang="en-IN" smtClean="0"/>
              <a:pPr/>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endParaRPr lang="en-IN" dirty="0"/>
          </a:p>
        </p:txBody>
      </p:sp>
    </p:spTree>
    <p:extLst>
      <p:ext uri="{BB962C8B-B14F-4D97-AF65-F5344CB8AC3E}">
        <p14:creationId xmlns:p14="http://schemas.microsoft.com/office/powerpoint/2010/main" val="388929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1AF616-3B5B-4FDB-A540-E4A982C2CBF1}" type="datetime1">
              <a:rPr lang="en-IN" smtClean="0"/>
              <a:pPr/>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1497283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B40062-1997-4790-8748-E73737B0583D}" type="datetime1">
              <a:rPr lang="en-IN" smtClean="0"/>
              <a:pPr/>
              <a:t>12-06-2025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247249" y="757258"/>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flipV="1">
            <a:off x="531812" y="1152907"/>
            <a:ext cx="779767" cy="1569973"/>
          </a:xfrm>
        </p:spPr>
        <p:txBody>
          <a:bodyPr/>
          <a:lstStyle/>
          <a:p>
            <a:endParaRPr lang="en-IN" dirty="0"/>
          </a:p>
        </p:txBody>
      </p:sp>
    </p:spTree>
    <p:extLst>
      <p:ext uri="{BB962C8B-B14F-4D97-AF65-F5344CB8AC3E}">
        <p14:creationId xmlns:p14="http://schemas.microsoft.com/office/powerpoint/2010/main" val="2173511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25E4B1-65F1-44FB-A397-71F03451924F}" type="datetime1">
              <a:rPr lang="en-IN" smtClean="0"/>
              <a:pPr/>
              <a:t>12-06-2025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3156452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997200" y="935422"/>
            <a:ext cx="8507411" cy="507298"/>
          </a:xfrm>
        </p:spPr>
        <p:txBody>
          <a:bodyPr/>
          <a:lstStyle/>
          <a:p>
            <a:endParaRPr lang="en-US" dirty="0"/>
          </a:p>
        </p:txBody>
      </p:sp>
      <p:sp>
        <p:nvSpPr>
          <p:cNvPr id="3" name="Date Placeholder 2"/>
          <p:cNvSpPr>
            <a:spLocks noGrp="1"/>
          </p:cNvSpPr>
          <p:nvPr>
            <p:ph type="dt" sz="half" idx="10"/>
          </p:nvPr>
        </p:nvSpPr>
        <p:spPr/>
        <p:txBody>
          <a:bodyPr/>
          <a:lstStyle/>
          <a:p>
            <a:fld id="{CCB7C53E-349D-4811-88AB-4B0B20CF062B}" type="datetime1">
              <a:rPr lang="en-IN" smtClean="0"/>
              <a:pPr/>
              <a:t>12-06-2025</a:t>
            </a:fld>
            <a:endParaRPr lang="en-IN"/>
          </a:p>
        </p:txBody>
      </p:sp>
      <p:sp>
        <p:nvSpPr>
          <p:cNvPr id="4" name="Footer Placeholder 3"/>
          <p:cNvSpPr>
            <a:spLocks noGrp="1"/>
          </p:cNvSpPr>
          <p:nvPr>
            <p:ph type="ftr" sz="quarter" idx="11"/>
          </p:nvPr>
        </p:nvSpPr>
        <p:spPr/>
        <p:txBody>
          <a:bodyPr/>
          <a:lstStyle/>
          <a:p>
            <a:endParaRPr lang="en-IN" dirty="0"/>
          </a:p>
        </p:txBody>
      </p:sp>
      <p:sp>
        <p:nvSpPr>
          <p:cNvPr id="7" name="Freeform 11"/>
          <p:cNvSpPr/>
          <p:nvPr/>
        </p:nvSpPr>
        <p:spPr bwMode="auto">
          <a:xfrm flipV="1">
            <a:off x="536444" y="757258"/>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a:xfrm>
            <a:off x="5669280" y="36644"/>
            <a:ext cx="6116320" cy="633916"/>
          </a:xfrm>
        </p:spPr>
        <p:txBody>
          <a:bodyPr/>
          <a:lstStyle>
            <a:lvl1pPr>
              <a:defRPr>
                <a:solidFill>
                  <a:schemeClr val="tx1"/>
                </a:solidFill>
              </a:defRPr>
            </a:lvl1pPr>
          </a:lstStyle>
          <a:p>
            <a:r>
              <a:rPr lang="en-US" dirty="0"/>
              <a:t>RDHEI based on Multi-MSB &amp; Huffman Coding</a:t>
            </a:r>
            <a:endParaRPr lang="en-IN" dirty="0"/>
          </a:p>
        </p:txBody>
      </p:sp>
    </p:spTree>
    <p:extLst>
      <p:ext uri="{BB962C8B-B14F-4D97-AF65-F5344CB8AC3E}">
        <p14:creationId xmlns:p14="http://schemas.microsoft.com/office/powerpoint/2010/main" val="3217486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93B669-B6F5-4B56-A351-A865DBD7AF08}" type="datetime1">
              <a:rPr lang="en-IN" smtClean="0"/>
              <a:pPr/>
              <a:t>12-06-2025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2743400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0D6A2F-7C9E-4EF5-B2BC-FF099DA24564}" type="datetime1">
              <a:rPr lang="en-IN" smtClean="0"/>
              <a:pPr/>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192762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922A77-601C-42F7-9833-E6A3430CFEF8}" type="datetime1">
              <a:rPr lang="en-IN" smtClean="0"/>
              <a:pPr/>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3024997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97FA9A-0E42-4C9F-A5A2-BFFD24A50A7F}" type="datetime1">
              <a:rPr lang="en-IN" smtClean="0"/>
              <a:pPr/>
              <a:t>12-06-2025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709071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D02377-6E8B-44D3-8C28-E7831EFB3909}" type="datetime1">
              <a:rPr lang="en-IN" smtClean="0"/>
              <a:pPr/>
              <a:t>12-06-2025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CF37AD0-8CC1-4752-A7D8-C6144AA1DE7F}"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38996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726A3F4-6898-4186-87DD-DB055E428F61}" type="datetime1">
              <a:rPr lang="en-IN" smtClean="0"/>
              <a:pPr/>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2690026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AE28B1D-A6D0-462F-98B7-995555A660F0}" type="datetime1">
              <a:rPr lang="en-IN" smtClean="0"/>
              <a:pPr/>
              <a:t>12-06-2025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09430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2AC3729-7210-4651-B0FD-3E9C9E1C5B1E}" type="datetime1">
              <a:rPr lang="en-IN" smtClean="0"/>
              <a:pPr/>
              <a:t>12-06-2025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378665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67ADC9-84B1-4B48-8BC3-731E5CD3E4AE}" type="datetime1">
              <a:rPr lang="en-IN" smtClean="0"/>
              <a:pPr/>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1337292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62B601-E70E-49E6-9047-9D310DAFDB0E}" type="datetime1">
              <a:rPr lang="en-IN" smtClean="0"/>
              <a:pPr/>
              <a:t>12-06-2025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CF37AD0-8CC1-4752-A7D8-C6144AA1DE7F}" type="slidenum">
              <a:rPr lang="en-IN" smtClean="0"/>
              <a:pPr/>
              <a:t>‹#›</a:t>
            </a:fld>
            <a:endParaRPr lang="en-IN"/>
          </a:p>
        </p:txBody>
      </p:sp>
    </p:spTree>
    <p:extLst>
      <p:ext uri="{BB962C8B-B14F-4D97-AF65-F5344CB8AC3E}">
        <p14:creationId xmlns:p14="http://schemas.microsoft.com/office/powerpoint/2010/main" val="12901488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C8E874D-6CD4-4CF8-8B06-0ADFCECCB675}" type="datetime1">
              <a:rPr lang="en-IN" smtClean="0"/>
              <a:pPr/>
              <a:t>12-06-2025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CF37AD0-8CC1-4752-A7D8-C6144AA1DE7F}" type="slidenum">
              <a:rPr lang="en-IN" smtClean="0"/>
              <a:pPr/>
              <a:t>‹#›</a:t>
            </a:fld>
            <a:endParaRPr lang="en-IN"/>
          </a:p>
        </p:txBody>
      </p:sp>
    </p:spTree>
    <p:extLst>
      <p:ext uri="{BB962C8B-B14F-4D97-AF65-F5344CB8AC3E}">
        <p14:creationId xmlns:p14="http://schemas.microsoft.com/office/powerpoint/2010/main" val="49933478"/>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472B-C7EE-82DC-53E5-5E0EBBEBC686}"/>
              </a:ext>
            </a:extLst>
          </p:cNvPr>
          <p:cNvSpPr>
            <a:spLocks noGrp="1"/>
          </p:cNvSpPr>
          <p:nvPr>
            <p:ph type="ctrTitle"/>
          </p:nvPr>
        </p:nvSpPr>
        <p:spPr>
          <a:xfrm>
            <a:off x="1767840" y="252550"/>
            <a:ext cx="10171612" cy="2090056"/>
          </a:xfrm>
        </p:spPr>
        <p:txBody>
          <a:bodyPr>
            <a:normAutofit/>
          </a:bodyPr>
          <a:lstStyle/>
          <a:p>
            <a:pPr algn="ctr"/>
            <a:r>
              <a:rPr lang="en-IN" sz="3600" b="1" dirty="0">
                <a:solidFill>
                  <a:srgbClr val="002060"/>
                </a:solidFill>
                <a:latin typeface="Times New Roman" panose="02020603050405020304" pitchFamily="18" charset="0"/>
                <a:cs typeface="Times New Roman" panose="02020603050405020304" pitchFamily="18" charset="0"/>
              </a:rPr>
              <a:t>REVERSIBLE DATA HIDING IN ENCRYPTED IMAGES BASED ON MULTI-MSB PREDICTION AND HUFFMAN CODING </a:t>
            </a:r>
          </a:p>
        </p:txBody>
      </p:sp>
      <p:sp>
        <p:nvSpPr>
          <p:cNvPr id="3" name="Subtitle 2">
            <a:extLst>
              <a:ext uri="{FF2B5EF4-FFF2-40B4-BE49-F238E27FC236}">
                <a16:creationId xmlns:a16="http://schemas.microsoft.com/office/drawing/2014/main" id="{18815C69-FBCA-5254-8703-AD0606C21C6E}"/>
              </a:ext>
            </a:extLst>
          </p:cNvPr>
          <p:cNvSpPr>
            <a:spLocks noGrp="1"/>
          </p:cNvSpPr>
          <p:nvPr>
            <p:ph type="subTitle" idx="1"/>
          </p:nvPr>
        </p:nvSpPr>
        <p:spPr>
          <a:xfrm>
            <a:off x="2168435" y="2899955"/>
            <a:ext cx="9701348" cy="2717074"/>
          </a:xfrm>
        </p:spPr>
        <p:txBody>
          <a:bodyPr>
            <a:normAutofit fontScale="85000" lnSpcReduction="20000"/>
          </a:bodyPr>
          <a:lstStyle/>
          <a:p>
            <a:r>
              <a:rPr lang="en-IN" dirty="0"/>
              <a:t>          </a:t>
            </a:r>
            <a:r>
              <a:rPr lang="en-IN" sz="2200" b="1" dirty="0">
                <a:solidFill>
                  <a:srgbClr val="002060"/>
                </a:solidFill>
                <a:latin typeface="Times New Roman" panose="02020603050405020304" pitchFamily="18" charset="0"/>
                <a:cs typeface="Times New Roman" panose="02020603050405020304" pitchFamily="18" charset="0"/>
              </a:rPr>
              <a:t>GUIDE</a:t>
            </a:r>
          </a:p>
          <a:p>
            <a:r>
              <a:rPr lang="en-IN" sz="2000" b="1" dirty="0">
                <a:solidFill>
                  <a:srgbClr val="FF0000"/>
                </a:solidFill>
                <a:latin typeface="Times New Roman" panose="02020603050405020304" pitchFamily="18" charset="0"/>
                <a:cs typeface="Times New Roman" panose="02020603050405020304" pitchFamily="18" charset="0"/>
              </a:rPr>
              <a:t>Dr.B.HEMANTHA KUMAR</a:t>
            </a:r>
          </a:p>
          <a:p>
            <a:endParaRPr lang="en-IN" sz="2000" b="1" dirty="0">
              <a:solidFill>
                <a:srgbClr val="FF0000"/>
              </a:solidFill>
            </a:endParaRPr>
          </a:p>
          <a:p>
            <a:r>
              <a:rPr lang="en-IN" sz="2000" b="1" dirty="0">
                <a:solidFill>
                  <a:srgbClr val="FF0000"/>
                </a:solidFill>
              </a:rPr>
              <a:t>                                                                                                   </a:t>
            </a:r>
            <a:r>
              <a:rPr lang="en-IN" sz="2200" b="1" dirty="0">
                <a:solidFill>
                  <a:srgbClr val="002060"/>
                </a:solidFill>
                <a:latin typeface="Times New Roman" panose="02020603050405020304" pitchFamily="18" charset="0"/>
                <a:cs typeface="Times New Roman" panose="02020603050405020304" pitchFamily="18" charset="0"/>
              </a:rPr>
              <a:t>TEAM-1</a:t>
            </a:r>
          </a:p>
          <a:p>
            <a:r>
              <a:rPr lang="en-IN" sz="2000" b="1" dirty="0">
                <a:solidFill>
                  <a:srgbClr val="FF0000"/>
                </a:solidFill>
                <a:latin typeface="Times New Roman" panose="02020603050405020304" pitchFamily="18" charset="0"/>
                <a:cs typeface="Times New Roman" panose="02020603050405020304" pitchFamily="18" charset="0"/>
              </a:rPr>
              <a:t>                                                                                        </a:t>
            </a:r>
            <a:r>
              <a:rPr lang="en-IN" sz="2000" b="1" dirty="0">
                <a:solidFill>
                  <a:srgbClr val="C00000"/>
                </a:solidFill>
                <a:latin typeface="Times New Roman" panose="02020603050405020304" pitchFamily="18" charset="0"/>
                <a:cs typeface="Times New Roman" panose="02020603050405020304" pitchFamily="18" charset="0"/>
              </a:rPr>
              <a:t>G VISHNU KAIVALYA-Y21IT040 </a:t>
            </a:r>
          </a:p>
          <a:p>
            <a:r>
              <a:rPr lang="en-IN" sz="2000" b="1" dirty="0">
                <a:solidFill>
                  <a:srgbClr val="C00000"/>
                </a:solidFill>
                <a:latin typeface="Times New Roman" panose="02020603050405020304" pitchFamily="18" charset="0"/>
                <a:cs typeface="Times New Roman" panose="02020603050405020304" pitchFamily="18" charset="0"/>
              </a:rPr>
              <a:t>                                                                                        G B HARSHA VARDHAN-Y21IT039 </a:t>
            </a:r>
          </a:p>
          <a:p>
            <a:r>
              <a:rPr lang="en-IN" sz="2000" b="1" dirty="0">
                <a:solidFill>
                  <a:srgbClr val="C00000"/>
                </a:solidFill>
                <a:latin typeface="Times New Roman" panose="02020603050405020304" pitchFamily="18" charset="0"/>
                <a:cs typeface="Times New Roman" panose="02020603050405020304" pitchFamily="18" charset="0"/>
              </a:rPr>
              <a:t>                                                                                        K KIRAN –L22IT138</a:t>
            </a:r>
            <a:endParaRPr lang="en-US" sz="2000" b="1" spc="269" dirty="0">
              <a:solidFill>
                <a:srgbClr val="C00000"/>
              </a:solidFill>
              <a:latin typeface="Times New Roman" panose="02020603050405020304" pitchFamily="18" charset="0"/>
              <a:cs typeface="Times New Roman" panose="02020603050405020304" pitchFamily="18" charset="0"/>
            </a:endParaRPr>
          </a:p>
          <a:p>
            <a:r>
              <a:rPr lang="en-US" sz="2000" b="1" spc="269" dirty="0">
                <a:solidFill>
                  <a:srgbClr val="F35000"/>
                </a:solidFill>
                <a:latin typeface="Times New Roman" panose="02020603050405020304" pitchFamily="18" charset="0"/>
                <a:cs typeface="Times New Roman" panose="02020603050405020304" pitchFamily="18" charset="0"/>
              </a:rPr>
              <a:t>                                                 </a:t>
            </a:r>
            <a:endParaRPr lang="en-IN" sz="20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2935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B443-93B7-7304-C1AD-02A633B9FC16}"/>
              </a:ext>
            </a:extLst>
          </p:cNvPr>
          <p:cNvSpPr>
            <a:spLocks noGrp="1"/>
          </p:cNvSpPr>
          <p:nvPr>
            <p:ph type="title"/>
          </p:nvPr>
        </p:nvSpPr>
        <p:spPr>
          <a:xfrm>
            <a:off x="2494954" y="664028"/>
            <a:ext cx="8911687" cy="870857"/>
          </a:xfrm>
        </p:spPr>
        <p:txBody>
          <a:bodyPr/>
          <a:lstStyle/>
          <a:p>
            <a:r>
              <a:rPr lang="en-IN" b="1">
                <a:solidFill>
                  <a:srgbClr val="002060"/>
                </a:solidFill>
                <a:latin typeface="Times New Roman" panose="02020603050405020304" pitchFamily="18" charset="0"/>
                <a:cs typeface="Times New Roman" panose="02020603050405020304" pitchFamily="18" charset="0"/>
              </a:rPr>
              <a:t>CONTENTS</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5C27AC-B4F5-C1B6-E41F-A05B493D7B6A}"/>
              </a:ext>
            </a:extLst>
          </p:cNvPr>
          <p:cNvSpPr>
            <a:spLocks noGrp="1"/>
          </p:cNvSpPr>
          <p:nvPr>
            <p:ph idx="1"/>
          </p:nvPr>
        </p:nvSpPr>
        <p:spPr>
          <a:xfrm>
            <a:off x="2654526" y="1540189"/>
            <a:ext cx="8915400" cy="3777622"/>
          </a:xfrm>
        </p:spPr>
        <p:txBody>
          <a:bodyPr/>
          <a:lstStyle/>
          <a:p>
            <a:r>
              <a:rPr lang="en-IN" sz="2400" dirty="0">
                <a:latin typeface="Times New Roman" panose="02020603050405020304" pitchFamily="18" charset="0"/>
                <a:cs typeface="Times New Roman" panose="02020603050405020304" pitchFamily="18" charset="0"/>
              </a:rPr>
              <a:t>Problem Statement</a:t>
            </a:r>
          </a:p>
          <a:p>
            <a:r>
              <a:rPr lang="en-IN" sz="2400" dirty="0">
                <a:latin typeface="Times New Roman" panose="02020603050405020304" pitchFamily="18" charset="0"/>
                <a:cs typeface="Times New Roman" panose="02020603050405020304" pitchFamily="18" charset="0"/>
              </a:rPr>
              <a:t>Modules</a:t>
            </a:r>
          </a:p>
          <a:p>
            <a:r>
              <a:rPr lang="en-IN" sz="2400" dirty="0">
                <a:latin typeface="Times New Roman" panose="02020603050405020304" pitchFamily="18" charset="0"/>
                <a:cs typeface="Times New Roman" panose="02020603050405020304" pitchFamily="18" charset="0"/>
              </a:rPr>
              <a:t>Block diagram</a:t>
            </a:r>
          </a:p>
          <a:p>
            <a:r>
              <a:rPr lang="en-IN" sz="2400" dirty="0">
                <a:latin typeface="Times New Roman" panose="02020603050405020304" pitchFamily="18" charset="0"/>
                <a:cs typeface="Times New Roman" panose="02020603050405020304" pitchFamily="18" charset="0"/>
              </a:rPr>
              <a:t>Algorithm</a:t>
            </a:r>
          </a:p>
          <a:p>
            <a:r>
              <a:rPr lang="en-IN" sz="2400"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265626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F023A-DF1D-8B18-D22B-2A75BA74EB67}"/>
              </a:ext>
            </a:extLst>
          </p:cNvPr>
          <p:cNvSpPr>
            <a:spLocks noGrp="1"/>
          </p:cNvSpPr>
          <p:nvPr>
            <p:ph type="title"/>
          </p:nvPr>
        </p:nvSpPr>
        <p:spPr>
          <a:xfrm>
            <a:off x="2024743" y="624110"/>
            <a:ext cx="9479869" cy="830117"/>
          </a:xfrm>
        </p:spPr>
        <p:txBody>
          <a:bodyPr/>
          <a:lstStyle/>
          <a:p>
            <a:r>
              <a:rPr lang="en-IN" b="1" dirty="0">
                <a:solidFill>
                  <a:srgbClr val="002060"/>
                </a:solidFill>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E74FD084-C691-D248-15D8-416F3C83FF41}"/>
              </a:ext>
            </a:extLst>
          </p:cNvPr>
          <p:cNvSpPr>
            <a:spLocks noGrp="1"/>
          </p:cNvSpPr>
          <p:nvPr>
            <p:ph idx="1"/>
          </p:nvPr>
        </p:nvSpPr>
        <p:spPr>
          <a:xfrm>
            <a:off x="2024743" y="1632857"/>
            <a:ext cx="9479869" cy="4278365"/>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Reversible Data Hiding in Encrypted Images (RDHEI) allows embedding secret data into encrypted images while ensuring lossless recovery of both the original image and the hidden data. However, existing methods suffer from limited embedding capacity, data extraction errors, and inefficient space utilization. To address these issues, a Multi-MSB Prediction and Huffman Coding-based RDHEI method is proposed, which enhances embedding capacity and guarantees error-free data extraction and image recovery.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97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2A1F-20B3-6283-1F09-D08DB95EEB52}"/>
              </a:ext>
            </a:extLst>
          </p:cNvPr>
          <p:cNvSpPr>
            <a:spLocks noGrp="1"/>
          </p:cNvSpPr>
          <p:nvPr>
            <p:ph type="title"/>
          </p:nvPr>
        </p:nvSpPr>
        <p:spPr>
          <a:xfrm>
            <a:off x="2086495" y="739833"/>
            <a:ext cx="9418119" cy="723207"/>
          </a:xfrm>
        </p:spPr>
        <p:txBody>
          <a:bodyPr/>
          <a:lstStyle/>
          <a:p>
            <a:r>
              <a:rPr lang="en-IN" b="1" dirty="0">
                <a:solidFill>
                  <a:srgbClr val="002060"/>
                </a:solidFill>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F514E567-729A-F8B9-19FF-2ADD2130DC8A}"/>
              </a:ext>
            </a:extLst>
          </p:cNvPr>
          <p:cNvSpPr>
            <a:spLocks noGrp="1"/>
          </p:cNvSpPr>
          <p:nvPr>
            <p:ph idx="1"/>
          </p:nvPr>
        </p:nvSpPr>
        <p:spPr>
          <a:xfrm>
            <a:off x="2086495" y="1463039"/>
            <a:ext cx="9418117" cy="4655127"/>
          </a:xfrm>
        </p:spPr>
        <p:txBody>
          <a:bodyPr>
            <a:normAutofit/>
          </a:bodyPr>
          <a:lstStyle/>
          <a:p>
            <a:pPr marL="0" indent="0" algn="just">
              <a:buClr>
                <a:srgbClr val="002060"/>
              </a:buClr>
              <a:buNone/>
            </a:pPr>
            <a:r>
              <a:rPr lang="en-US" dirty="0">
                <a:latin typeface="Times New Roman" panose="02020603050405020304" pitchFamily="18" charset="0"/>
                <a:cs typeface="Times New Roman" panose="02020603050405020304" pitchFamily="18" charset="0"/>
              </a:rPr>
              <a:t>The proposed Reversible Data Hiding in Encrypted Images (RDHEI) method consists of three main phases:</a:t>
            </a:r>
          </a:p>
          <a:p>
            <a:pPr marL="0" indent="0" algn="just">
              <a:buClr>
                <a:srgbClr val="002060"/>
              </a:buClr>
              <a:buNone/>
            </a:pPr>
            <a:r>
              <a:rPr lang="en-US" b="1" dirty="0">
                <a:solidFill>
                  <a:srgbClr val="FF0000"/>
                </a:solidFill>
                <a:latin typeface="Times New Roman" panose="02020603050405020304" pitchFamily="18" charset="0"/>
                <a:cs typeface="Times New Roman" panose="02020603050405020304" pitchFamily="18" charset="0"/>
              </a:rPr>
              <a:t>INPUT</a:t>
            </a:r>
            <a:r>
              <a:rPr lang="en-US" dirty="0">
                <a:solidFill>
                  <a:srgbClr val="FF000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Original Image, Encryption Key Ke, Data Hiding Key Kd</a:t>
            </a:r>
          </a:p>
          <a:p>
            <a:pPr marL="0" indent="0" algn="just">
              <a:buNone/>
            </a:pPr>
            <a:r>
              <a:rPr lang="en-IN" b="1" dirty="0">
                <a:solidFill>
                  <a:srgbClr val="7030A0"/>
                </a:solidFill>
                <a:latin typeface="Times New Roman" panose="02020603050405020304" pitchFamily="18" charset="0"/>
                <a:cs typeface="Times New Roman" panose="02020603050405020304" pitchFamily="18" charset="0"/>
              </a:rPr>
              <a:t>01. Image Encryption Phase (by the Content-Owner)</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Label Map Calculation:</a:t>
            </a:r>
            <a:r>
              <a:rPr lang="en-IN" dirty="0">
                <a:latin typeface="Times New Roman" panose="02020603050405020304" pitchFamily="18" charset="0"/>
                <a:cs typeface="Times New Roman" panose="02020603050405020304" pitchFamily="18" charset="0"/>
              </a:rPr>
              <a:t> The content-owner generates a label map using multi-MSB prediction.</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Image Encryption:</a:t>
            </a:r>
            <a:r>
              <a:rPr lang="en-IN" dirty="0">
                <a:latin typeface="Times New Roman" panose="02020603050405020304" pitchFamily="18" charset="0"/>
                <a:cs typeface="Times New Roman" panose="02020603050405020304" pitchFamily="18" charset="0"/>
              </a:rPr>
              <a:t> The original image is encrypted using a stream cipher.</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Label Map Embedding:</a:t>
            </a:r>
            <a:r>
              <a:rPr lang="en-IN" dirty="0">
                <a:latin typeface="Times New Roman" panose="02020603050405020304" pitchFamily="18" charset="0"/>
                <a:cs typeface="Times New Roman" panose="02020603050405020304" pitchFamily="18" charset="0"/>
              </a:rPr>
              <a:t> The label map is compressed using Huffman coding and embedded into the encrypted image.</a:t>
            </a:r>
          </a:p>
          <a:p>
            <a:pPr marL="0" indent="0" algn="just">
              <a:buNone/>
            </a:pPr>
            <a:r>
              <a:rPr lang="en-IN" b="1" dirty="0">
                <a:solidFill>
                  <a:srgbClr val="7030A0"/>
                </a:solidFill>
                <a:latin typeface="Times New Roman" panose="02020603050405020304" pitchFamily="18" charset="0"/>
                <a:cs typeface="Times New Roman" panose="02020603050405020304" pitchFamily="18" charset="0"/>
              </a:rPr>
              <a:t>02.Data Embedding Phase(by the Content-Hider)</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Label Map Extraction:</a:t>
            </a:r>
            <a:r>
              <a:rPr lang="en-IN" dirty="0">
                <a:latin typeface="Times New Roman" panose="02020603050405020304" pitchFamily="18" charset="0"/>
                <a:cs typeface="Times New Roman" panose="02020603050405020304" pitchFamily="18" charset="0"/>
              </a:rPr>
              <a:t> The data-hider extracts the label map from the encrypted image.</a:t>
            </a:r>
          </a:p>
          <a:p>
            <a:pPr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Secret Data Embedding:</a:t>
            </a:r>
            <a:r>
              <a:rPr lang="en-IN" dirty="0">
                <a:latin typeface="Times New Roman" panose="02020603050405020304" pitchFamily="18" charset="0"/>
                <a:cs typeface="Times New Roman" panose="02020603050405020304" pitchFamily="18" charset="0"/>
              </a:rPr>
              <a:t> Multi-bit secret information is embedded in each encrypted pixel using adaptive multi-MSB substitution</a:t>
            </a:r>
            <a:r>
              <a:rPr lang="en-IN" sz="2400" dirty="0">
                <a:latin typeface="Times New Roman" panose="02020603050405020304" pitchFamily="18" charset="0"/>
                <a:cs typeface="Times New Roman" panose="02020603050405020304" pitchFamily="18" charset="0"/>
              </a:rPr>
              <a:t>.</a:t>
            </a:r>
          </a:p>
          <a:p>
            <a:pPr marL="0" indent="0">
              <a:buClr>
                <a:srgbClr val="002060"/>
              </a:buClr>
              <a:buNone/>
            </a:pP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063F180-8593-7ED7-4B16-32D2596C6248}"/>
              </a:ext>
            </a:extLst>
          </p:cNvPr>
          <p:cNvSpPr txBox="1"/>
          <p:nvPr/>
        </p:nvSpPr>
        <p:spPr>
          <a:xfrm>
            <a:off x="5334000" y="87899"/>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584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B7B37-BE37-5CB6-1397-1B3321299064}"/>
              </a:ext>
            </a:extLst>
          </p:cNvPr>
          <p:cNvSpPr>
            <a:spLocks noGrp="1"/>
          </p:cNvSpPr>
          <p:nvPr>
            <p:ph type="title"/>
          </p:nvPr>
        </p:nvSpPr>
        <p:spPr>
          <a:xfrm>
            <a:off x="1708031" y="1379913"/>
            <a:ext cx="9796582" cy="523702"/>
          </a:xfrm>
        </p:spPr>
        <p:txBody>
          <a:bodyPr>
            <a:normAutofit/>
          </a:bodyPr>
          <a:lstStyle/>
          <a:p>
            <a:r>
              <a:rPr lang="en-US" sz="1800" b="1" dirty="0">
                <a:solidFill>
                  <a:srgbClr val="7030A0"/>
                </a:solidFill>
                <a:latin typeface="Times New Roman" panose="02020603050405020304" pitchFamily="18" charset="0"/>
                <a:cs typeface="Times New Roman" panose="02020603050405020304" pitchFamily="18" charset="0"/>
              </a:rPr>
              <a:t>03. Data Extraction &amp; Image Decryption Phase (by the Receiver)</a:t>
            </a:r>
            <a:endParaRPr lang="en-IN" sz="1800" b="1" dirty="0"/>
          </a:p>
        </p:txBody>
      </p:sp>
      <p:sp>
        <p:nvSpPr>
          <p:cNvPr id="4" name="Rectangle 1">
            <a:extLst>
              <a:ext uri="{FF2B5EF4-FFF2-40B4-BE49-F238E27FC236}">
                <a16:creationId xmlns:a16="http://schemas.microsoft.com/office/drawing/2014/main" id="{3E9409E2-33F3-5156-1E3F-B5ED44E31025}"/>
              </a:ext>
            </a:extLst>
          </p:cNvPr>
          <p:cNvSpPr>
            <a:spLocks noGrp="1" noChangeArrowheads="1"/>
          </p:cNvSpPr>
          <p:nvPr>
            <p:ph idx="1"/>
          </p:nvPr>
        </p:nvSpPr>
        <p:spPr bwMode="auto">
          <a:xfrm>
            <a:off x="1749595" y="2047292"/>
            <a:ext cx="8289986" cy="774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Aft>
                <a:spcPct val="0"/>
              </a:spcAft>
              <a:buClr>
                <a:srgbClr val="C00000"/>
              </a:buClr>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Extraction :</a:t>
            </a:r>
            <a:r>
              <a:rPr lang="en-US" altLang="en-US" b="1"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By using Data hiding key the data can be extracted.</a:t>
            </a:r>
          </a:p>
          <a:p>
            <a:pPr marL="0" marR="0" lvl="0" indent="0" algn="just" defTabSz="914400" rtl="0" eaLnBrk="0" fontAlgn="base" latinLnBrk="0" hangingPunct="0">
              <a:lnSpc>
                <a:spcPct val="100000"/>
              </a:lnSpc>
              <a:spcAft>
                <a:spcPct val="0"/>
              </a:spcAft>
              <a:buClr>
                <a:srgbClr val="C00000"/>
              </a:buClr>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t>
            </a:r>
            <a:r>
              <a:rPr lang="en-US" altLang="en-US" b="1" dirty="0">
                <a:solidFill>
                  <a:schemeClr val="tx1"/>
                </a:solidFill>
                <a:latin typeface="Times New Roman" panose="02020603050405020304" pitchFamily="18" charset="0"/>
                <a:cs typeface="Times New Roman" panose="02020603050405020304" pitchFamily="18" charset="0"/>
              </a:rPr>
              <a:t>age Recovery: </a:t>
            </a:r>
            <a:r>
              <a:rPr lang="en-US" altLang="en-US" dirty="0">
                <a:solidFill>
                  <a:schemeClr val="tx1"/>
                </a:solidFill>
                <a:latin typeface="Times New Roman" panose="02020603050405020304" pitchFamily="18" charset="0"/>
                <a:cs typeface="Times New Roman" panose="02020603050405020304" pitchFamily="18" charset="0"/>
              </a:rPr>
              <a:t>By using Encryption Key the image is recovered losslessly.</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A7DE40D-06D3-E588-A22E-76797575BE86}"/>
              </a:ext>
            </a:extLst>
          </p:cNvPr>
          <p:cNvSpPr txBox="1"/>
          <p:nvPr/>
        </p:nvSpPr>
        <p:spPr>
          <a:xfrm>
            <a:off x="5370022" y="0"/>
            <a:ext cx="662849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442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6DF8-2BD6-5077-C47A-B4937DE66E9D}"/>
              </a:ext>
            </a:extLst>
          </p:cNvPr>
          <p:cNvSpPr>
            <a:spLocks noGrp="1"/>
          </p:cNvSpPr>
          <p:nvPr>
            <p:ph type="title"/>
          </p:nvPr>
        </p:nvSpPr>
        <p:spPr>
          <a:xfrm>
            <a:off x="1753985" y="624110"/>
            <a:ext cx="9750627" cy="863868"/>
          </a:xfrm>
        </p:spPr>
        <p:txBody>
          <a:bodyPr/>
          <a:lstStyle/>
          <a:p>
            <a:r>
              <a:rPr lang="en-IN" b="1" dirty="0">
                <a:solidFill>
                  <a:srgbClr val="002060"/>
                </a:solidFill>
                <a:latin typeface="Times New Roman" panose="02020603050405020304" pitchFamily="18" charset="0"/>
                <a:cs typeface="Times New Roman" panose="02020603050405020304" pitchFamily="18" charset="0"/>
              </a:rPr>
              <a:t>BLOCK DIAGRAM</a:t>
            </a:r>
          </a:p>
        </p:txBody>
      </p:sp>
      <p:sp>
        <p:nvSpPr>
          <p:cNvPr id="6" name="TextBox 5">
            <a:extLst>
              <a:ext uri="{FF2B5EF4-FFF2-40B4-BE49-F238E27FC236}">
                <a16:creationId xmlns:a16="http://schemas.microsoft.com/office/drawing/2014/main" id="{E74CDAE5-D28E-658F-B1AF-9A8C7617FDCA}"/>
              </a:ext>
            </a:extLst>
          </p:cNvPr>
          <p:cNvSpPr txBox="1"/>
          <p:nvPr/>
        </p:nvSpPr>
        <p:spPr>
          <a:xfrm>
            <a:off x="5442064" y="94018"/>
            <a:ext cx="674993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C3A4E3-E869-4FCA-2932-B21C0ACEB62D}"/>
              </a:ext>
            </a:extLst>
          </p:cNvPr>
          <p:cNvSpPr>
            <a:spLocks noGrp="1"/>
          </p:cNvSpPr>
          <p:nvPr>
            <p:ph idx="1"/>
          </p:nvPr>
        </p:nvSpPr>
        <p:spPr/>
        <p:txBody>
          <a:bodyPr/>
          <a:lstStyle/>
          <a:p>
            <a:endParaRPr lang="en-IN"/>
          </a:p>
        </p:txBody>
      </p:sp>
      <p:pic>
        <p:nvPicPr>
          <p:cNvPr id="10" name="Picture 9">
            <a:extLst>
              <a:ext uri="{FF2B5EF4-FFF2-40B4-BE49-F238E27FC236}">
                <a16:creationId xmlns:a16="http://schemas.microsoft.com/office/drawing/2014/main" id="{3583C024-BAE3-78DA-928E-9AFDCC7CF6D1}"/>
              </a:ext>
            </a:extLst>
          </p:cNvPr>
          <p:cNvPicPr>
            <a:picLocks noChangeAspect="1"/>
          </p:cNvPicPr>
          <p:nvPr/>
        </p:nvPicPr>
        <p:blipFill>
          <a:blip r:embed="rId2"/>
          <a:stretch>
            <a:fillRect/>
          </a:stretch>
        </p:blipFill>
        <p:spPr>
          <a:xfrm>
            <a:off x="687388" y="1363287"/>
            <a:ext cx="11324503" cy="5278582"/>
          </a:xfrm>
          <a:prstGeom prst="rect">
            <a:avLst/>
          </a:prstGeom>
        </p:spPr>
      </p:pic>
    </p:spTree>
    <p:extLst>
      <p:ext uri="{BB962C8B-B14F-4D97-AF65-F5344CB8AC3E}">
        <p14:creationId xmlns:p14="http://schemas.microsoft.com/office/powerpoint/2010/main" val="1139061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8897-0CB9-4C28-D2D1-EC27160D9D03}"/>
              </a:ext>
            </a:extLst>
          </p:cNvPr>
          <p:cNvSpPr>
            <a:spLocks noGrp="1"/>
          </p:cNvSpPr>
          <p:nvPr>
            <p:ph type="title"/>
          </p:nvPr>
        </p:nvSpPr>
        <p:spPr>
          <a:xfrm>
            <a:off x="1627465" y="624110"/>
            <a:ext cx="9877148" cy="877519"/>
          </a:xfrm>
        </p:spPr>
        <p:txBody>
          <a:bodyPr/>
          <a:lstStyle/>
          <a:p>
            <a:r>
              <a:rPr lang="en-IN" b="1" dirty="0">
                <a:solidFill>
                  <a:srgbClr val="002060"/>
                </a:solidFill>
                <a:latin typeface="Times New Roman" panose="02020603050405020304" pitchFamily="18" charset="0"/>
                <a:cs typeface="Times New Roman" panose="02020603050405020304" pitchFamily="18" charset="0"/>
              </a:rPr>
              <a:t>ALGORITHM</a:t>
            </a:r>
          </a:p>
        </p:txBody>
      </p:sp>
      <p:sp>
        <p:nvSpPr>
          <p:cNvPr id="3" name="Content Placeholder 2">
            <a:extLst>
              <a:ext uri="{FF2B5EF4-FFF2-40B4-BE49-F238E27FC236}">
                <a16:creationId xmlns:a16="http://schemas.microsoft.com/office/drawing/2014/main" id="{2A5B410B-92C3-2F1F-081A-B732C39C61EA}"/>
              </a:ext>
            </a:extLst>
          </p:cNvPr>
          <p:cNvSpPr>
            <a:spLocks noGrp="1"/>
          </p:cNvSpPr>
          <p:nvPr>
            <p:ph idx="1"/>
          </p:nvPr>
        </p:nvSpPr>
        <p:spPr>
          <a:xfrm>
            <a:off x="1627464" y="1501629"/>
            <a:ext cx="9768091" cy="4815281"/>
          </a:xfrm>
        </p:spPr>
        <p:txBody>
          <a:bodyPr>
            <a:normAutofit fontScale="25000" lnSpcReduction="20000"/>
          </a:bodyPr>
          <a:lstStyle/>
          <a:p>
            <a:pPr marL="0" indent="0">
              <a:spcBef>
                <a:spcPts val="200"/>
              </a:spcBef>
              <a:spcAft>
                <a:spcPts val="200"/>
              </a:spcAft>
              <a:buNone/>
            </a:pPr>
            <a:r>
              <a:rPr lang="en-IN" sz="8000" b="1" dirty="0">
                <a:solidFill>
                  <a:srgbClr val="7030A0"/>
                </a:solidFill>
                <a:latin typeface="Times New Roman" panose="02020603050405020304" pitchFamily="18" charset="0"/>
                <a:cs typeface="Times New Roman" panose="02020603050405020304" pitchFamily="18" charset="0"/>
              </a:rPr>
              <a:t>01. Label Map Generation</a:t>
            </a:r>
          </a:p>
          <a:p>
            <a:pPr marL="0" indent="0">
              <a:spcBef>
                <a:spcPts val="200"/>
              </a:spcBef>
              <a:spcAft>
                <a:spcPts val="200"/>
              </a:spcAft>
              <a:buNone/>
            </a:pPr>
            <a:r>
              <a:rPr lang="en-IN" sz="3200" dirty="0">
                <a:latin typeface="Times New Roman" panose="02020603050405020304" pitchFamily="18" charset="0"/>
                <a:cs typeface="Times New Roman" panose="02020603050405020304" pitchFamily="18" charset="0"/>
              </a:rPr>
              <a:t>   </a:t>
            </a:r>
            <a:r>
              <a:rPr lang="en-IN" sz="7200" dirty="0">
                <a:latin typeface="Times New Roman" panose="02020603050405020304" pitchFamily="18" charset="0"/>
                <a:cs typeface="Times New Roman" panose="02020603050405020304" pitchFamily="18" charset="0"/>
              </a:rPr>
              <a:t>a. for each pixel x(i, j):</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i. Predict the pixel value using the </a:t>
            </a:r>
            <a:r>
              <a:rPr lang="en-IN" sz="7200" b="1" dirty="0">
                <a:latin typeface="Times New Roman" panose="02020603050405020304" pitchFamily="18" charset="0"/>
                <a:cs typeface="Times New Roman" panose="02020603050405020304" pitchFamily="18" charset="0"/>
              </a:rPr>
              <a:t>Median Edge Detector (MED) predictor</a:t>
            </a:r>
            <a:r>
              <a:rPr lang="en-IN" sz="7200" dirty="0">
                <a:latin typeface="Times New Roman" panose="02020603050405020304" pitchFamily="18" charset="0"/>
                <a:cs typeface="Times New Roman" panose="02020603050405020304" pitchFamily="18" charset="0"/>
              </a:rPr>
              <a:t>:</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a:t>
            </a:r>
            <a:r>
              <a:rPr lang="en-IN" sz="7200" b="1" dirty="0">
                <a:latin typeface="Times New Roman" panose="02020603050405020304" pitchFamily="18" charset="0"/>
                <a:cs typeface="Times New Roman" panose="02020603050405020304" pitchFamily="18" charset="0"/>
              </a:rPr>
              <a:t>px(i, j) =</a:t>
            </a:r>
          </a:p>
          <a:p>
            <a:pPr marL="0" indent="0">
              <a:spcBef>
                <a:spcPts val="200"/>
              </a:spcBef>
              <a:spcAft>
                <a:spcPts val="200"/>
              </a:spcAft>
              <a:buNone/>
            </a:pPr>
            <a:r>
              <a:rPr lang="en-IN" sz="7200" b="1" dirty="0">
                <a:latin typeface="Times New Roman" panose="02020603050405020304" pitchFamily="18" charset="0"/>
                <a:cs typeface="Times New Roman" panose="02020603050405020304" pitchFamily="18" charset="0"/>
              </a:rPr>
              <a:t>         ⎧ max(x2, x3), if x1 ≤ min(x2, x3)</a:t>
            </a:r>
          </a:p>
          <a:p>
            <a:pPr marL="0" indent="0">
              <a:spcBef>
                <a:spcPts val="200"/>
              </a:spcBef>
              <a:spcAft>
                <a:spcPts val="200"/>
              </a:spcAft>
              <a:buNone/>
            </a:pPr>
            <a:r>
              <a:rPr lang="en-IN" sz="7200" b="1" dirty="0">
                <a:latin typeface="Times New Roman" panose="02020603050405020304" pitchFamily="18" charset="0"/>
                <a:cs typeface="Times New Roman" panose="02020603050405020304" pitchFamily="18" charset="0"/>
              </a:rPr>
              <a:t>         ⎪ min(x2, x3), if x1 ≥ max(x2, x3)</a:t>
            </a:r>
          </a:p>
          <a:p>
            <a:pPr marL="0" indent="0">
              <a:spcBef>
                <a:spcPts val="200"/>
              </a:spcBef>
              <a:spcAft>
                <a:spcPts val="200"/>
              </a:spcAft>
              <a:buNone/>
            </a:pPr>
            <a:r>
              <a:rPr lang="en-IN" sz="7200" b="1" dirty="0">
                <a:latin typeface="Times New Roman" panose="02020603050405020304" pitchFamily="18" charset="0"/>
                <a:cs typeface="Times New Roman" panose="02020603050405020304" pitchFamily="18" charset="0"/>
              </a:rPr>
              <a:t>         ⎩ x2 + x3 − x1, otherwise</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ii. Convert x(i, j) and px(i, j) into an 8-bit binary sequence:</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a:t>
            </a:r>
            <a:r>
              <a:rPr lang="en-IN" sz="7200" b="1" dirty="0">
                <a:latin typeface="Times New Roman" panose="02020603050405020304" pitchFamily="18" charset="0"/>
                <a:cs typeface="Times New Roman" panose="02020603050405020304" pitchFamily="18" charset="0"/>
              </a:rPr>
              <a:t>xk(i, j) = ⌊ (x(i, j) mod 2^(9-k)) / 2^(8-k) ⌋ , k = 1,2,...,8</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iii. Compare bits from MSB to LSB until a difference is found.</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iv. Assign label t based on the number of identical MSBs:</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a:t>
            </a:r>
            <a:r>
              <a:rPr lang="en-IN" sz="7200" b="1" dirty="0">
                <a:latin typeface="Times New Roman" panose="02020603050405020304" pitchFamily="18" charset="0"/>
                <a:cs typeface="Times New Roman" panose="02020603050405020304" pitchFamily="18" charset="0"/>
              </a:rPr>
              <a:t>t = arg max_t (x(i, j)_tMSB = px(i, j)_tMSB), t = 0,1,2,...,8</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subject to:</a:t>
            </a:r>
          </a:p>
          <a:p>
            <a:pPr marL="0" indent="0">
              <a:spcBef>
                <a:spcPts val="200"/>
              </a:spcBef>
              <a:spcAft>
                <a:spcPts val="200"/>
              </a:spcAft>
              <a:buNone/>
            </a:pPr>
            <a:r>
              <a:rPr lang="en-IN" sz="7200" b="1" dirty="0">
                <a:latin typeface="Times New Roman" panose="02020603050405020304" pitchFamily="18" charset="0"/>
                <a:cs typeface="Times New Roman" panose="02020603050405020304" pitchFamily="18" charset="0"/>
              </a:rPr>
              <a:t>         x(i, j)_tMSB = x(i, j) − (x(i, j) mod 2^(8−t))</a:t>
            </a:r>
          </a:p>
          <a:p>
            <a:pPr marL="0" indent="0">
              <a:spcBef>
                <a:spcPts val="200"/>
              </a:spcBef>
              <a:spcAft>
                <a:spcPts val="200"/>
              </a:spcAft>
              <a:buNone/>
            </a:pPr>
            <a:r>
              <a:rPr lang="en-IN" sz="7200" b="1" dirty="0">
                <a:latin typeface="Times New Roman" panose="02020603050405020304" pitchFamily="18" charset="0"/>
                <a:cs typeface="Times New Roman" panose="02020603050405020304" pitchFamily="18" charset="0"/>
              </a:rPr>
              <a:t>         px(i, j)_tMSB = px(i, j) − (px(i, j) mod 2^(8−t))</a:t>
            </a:r>
          </a:p>
          <a:p>
            <a:pPr marL="0" indent="0">
              <a:spcBef>
                <a:spcPts val="200"/>
              </a:spcBef>
              <a:spcAft>
                <a:spcPts val="200"/>
              </a:spcAft>
              <a:buNone/>
            </a:pPr>
            <a:r>
              <a:rPr lang="en-IN" sz="7200" dirty="0">
                <a:latin typeface="Times New Roman" panose="02020603050405020304" pitchFamily="18" charset="0"/>
                <a:cs typeface="Times New Roman" panose="02020603050405020304" pitchFamily="18" charset="0"/>
              </a:rPr>
              <a:t>   b. Store the label map.</a:t>
            </a:r>
          </a:p>
          <a:p>
            <a:pPr marL="0" indent="0">
              <a:spcBef>
                <a:spcPts val="0"/>
              </a:spcBef>
              <a:buNone/>
            </a:pPr>
            <a:endParaRPr lang="en-IN" sz="3200" b="1" dirty="0">
              <a:latin typeface="Times New Roman" panose="02020603050405020304" pitchFamily="18"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8F01C577-B76E-4027-F9A0-07EDDA6EE993}"/>
              </a:ext>
            </a:extLst>
          </p:cNvPr>
          <p:cNvSpPr txBox="1"/>
          <p:nvPr/>
        </p:nvSpPr>
        <p:spPr>
          <a:xfrm>
            <a:off x="5428210" y="79425"/>
            <a:ext cx="676378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4EEA98F-C9AB-1452-842E-6ECBCF18FB46}"/>
              </a:ext>
            </a:extLst>
          </p:cNvPr>
          <p:cNvPicPr>
            <a:picLocks noChangeAspect="1"/>
          </p:cNvPicPr>
          <p:nvPr/>
        </p:nvPicPr>
        <p:blipFill>
          <a:blip r:embed="rId2"/>
          <a:stretch>
            <a:fillRect/>
          </a:stretch>
        </p:blipFill>
        <p:spPr>
          <a:xfrm>
            <a:off x="9518073" y="2261062"/>
            <a:ext cx="1377428" cy="989420"/>
          </a:xfrm>
          <a:prstGeom prst="rect">
            <a:avLst/>
          </a:prstGeom>
        </p:spPr>
      </p:pic>
      <p:pic>
        <p:nvPicPr>
          <p:cNvPr id="6" name="Picture 5">
            <a:extLst>
              <a:ext uri="{FF2B5EF4-FFF2-40B4-BE49-F238E27FC236}">
                <a16:creationId xmlns:a16="http://schemas.microsoft.com/office/drawing/2014/main" id="{D323DCCF-8CAC-C0DA-966E-5AAB4115FE5A}"/>
              </a:ext>
            </a:extLst>
          </p:cNvPr>
          <p:cNvPicPr>
            <a:picLocks noChangeAspect="1"/>
          </p:cNvPicPr>
          <p:nvPr/>
        </p:nvPicPr>
        <p:blipFill>
          <a:blip r:embed="rId3"/>
          <a:stretch>
            <a:fillRect/>
          </a:stretch>
        </p:blipFill>
        <p:spPr>
          <a:xfrm>
            <a:off x="8091055" y="3909269"/>
            <a:ext cx="3072937" cy="990738"/>
          </a:xfrm>
          <a:prstGeom prst="rect">
            <a:avLst/>
          </a:prstGeom>
        </p:spPr>
      </p:pic>
    </p:spTree>
    <p:extLst>
      <p:ext uri="{BB962C8B-B14F-4D97-AF65-F5344CB8AC3E}">
        <p14:creationId xmlns:p14="http://schemas.microsoft.com/office/powerpoint/2010/main" val="1811384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09BC1E-6ABF-A192-7BA2-A0D3DC40FB0B}"/>
              </a:ext>
            </a:extLst>
          </p:cNvPr>
          <p:cNvSpPr>
            <a:spLocks noGrp="1"/>
          </p:cNvSpPr>
          <p:nvPr>
            <p:ph type="title"/>
          </p:nvPr>
        </p:nvSpPr>
        <p:spPr>
          <a:xfrm>
            <a:off x="1702966" y="1300219"/>
            <a:ext cx="9801646" cy="4809636"/>
          </a:xfrm>
        </p:spPr>
        <p:txBody>
          <a:bodyPr>
            <a:normAutofit/>
          </a:bodyPr>
          <a:lstStyle/>
          <a:p>
            <a:pPr marL="0" indent="0">
              <a:spcBef>
                <a:spcPts val="0"/>
              </a:spcBef>
              <a:spcAft>
                <a:spcPts val="200"/>
              </a:spcAft>
            </a:pPr>
            <a:r>
              <a:rPr lang="en-IN" sz="2000" b="1" dirty="0">
                <a:solidFill>
                  <a:srgbClr val="7030A0"/>
                </a:solidFill>
                <a:latin typeface="Times New Roman" panose="02020603050405020304" pitchFamily="18" charset="0"/>
                <a:cs typeface="Times New Roman" panose="02020603050405020304" pitchFamily="18" charset="0"/>
              </a:rPr>
              <a:t>02. Image Encryption:</a:t>
            </a:r>
            <a:br>
              <a:rPr lang="en-IN" sz="2200" b="1" dirty="0">
                <a:solidFill>
                  <a:srgbClr val="7030A0"/>
                </a:solidFill>
                <a:latin typeface="Times New Roman" panose="02020603050405020304" pitchFamily="18" charset="0"/>
                <a:cs typeface="Times New Roman" panose="02020603050405020304" pitchFamily="18" charset="0"/>
              </a:rPr>
            </a:br>
            <a:r>
              <a:rPr lang="en-IN" sz="2400" dirty="0">
                <a:solidFill>
                  <a:srgbClr val="7030A0"/>
                </a:solidFill>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Generate a </a:t>
            </a:r>
            <a:r>
              <a:rPr lang="en-IN" sz="1800" b="1" dirty="0">
                <a:latin typeface="Times New Roman" panose="02020603050405020304" pitchFamily="18" charset="0"/>
                <a:cs typeface="Times New Roman" panose="02020603050405020304" pitchFamily="18" charset="0"/>
              </a:rPr>
              <a:t>pseudo-random matrix r </a:t>
            </a:r>
            <a:r>
              <a:rPr lang="en-IN" sz="1800" dirty="0">
                <a:latin typeface="Times New Roman" panose="02020603050405020304" pitchFamily="18" charset="0"/>
                <a:cs typeface="Times New Roman" panose="02020603050405020304" pitchFamily="18" charset="0"/>
              </a:rPr>
              <a:t>of size m × n using the encryption key </a:t>
            </a:r>
            <a:r>
              <a:rPr lang="en-IN" sz="1800" b="1" dirty="0">
                <a:latin typeface="Times New Roman" panose="02020603050405020304" pitchFamily="18" charset="0"/>
                <a:cs typeface="Times New Roman" panose="02020603050405020304" pitchFamily="18" charset="0"/>
              </a:rPr>
              <a:t>Ke</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b. Convert each pixel x(i, j) and r(i, j) into an 8-bit binary sequence.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c. Encrypt pixel using </a:t>
            </a:r>
            <a:r>
              <a:rPr lang="en-IN" sz="1800" b="1" dirty="0">
                <a:latin typeface="Times New Roman" panose="02020603050405020304" pitchFamily="18" charset="0"/>
                <a:cs typeface="Times New Roman" panose="02020603050405020304" pitchFamily="18" charset="0"/>
              </a:rPr>
              <a:t>bitwise XOR </a:t>
            </a:r>
            <a:r>
              <a:rPr lang="en-IN" sz="1800" dirty="0">
                <a:latin typeface="Times New Roman" panose="02020603050405020304" pitchFamily="18" charset="0"/>
                <a:cs typeface="Times New Roman" panose="02020603050405020304" pitchFamily="18" charset="0"/>
              </a:rPr>
              <a:t>operation:</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x_enc_k(i, j) = x_k(i, j) ⊕ r_k(i, j),  k = 1,2,...,8</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d. Compute the encrypted pixel value: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x_enc(i, j) = ∑ (x_enc_k(i, j) × 2^(8−k)), k = 1,2,...,8</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e. Store encrypted image </a:t>
            </a:r>
            <a:r>
              <a:rPr lang="en-IN" sz="1800" b="1" dirty="0">
                <a:latin typeface="Times New Roman" panose="02020603050405020304" pitchFamily="18" charset="0"/>
                <a:cs typeface="Times New Roman" panose="02020603050405020304" pitchFamily="18" charset="0"/>
              </a:rPr>
              <a:t>Ie</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b="1" dirty="0">
                <a:solidFill>
                  <a:srgbClr val="7030A0"/>
                </a:solidFill>
                <a:latin typeface="Times New Roman" panose="02020603050405020304" pitchFamily="18" charset="0"/>
                <a:cs typeface="Times New Roman" panose="02020603050405020304" pitchFamily="18" charset="0"/>
              </a:rPr>
              <a:t>03. Compress Label Map using Huffman Coding:</a:t>
            </a:r>
            <a:br>
              <a:rPr lang="en-IN" sz="2000" b="1" dirty="0">
                <a:solidFill>
                  <a:srgbClr val="7030A0"/>
                </a:solidFill>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Assign shorter codes to frequently occurring labels.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b. Convert label map into a binary sequence: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LM = ∑ (n_t × c_t),  t = 0,1,2,...,8</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where n_t is the number of pixels with label t, and c_t is the length of the Huffman code.</a:t>
            </a:r>
            <a:br>
              <a:rPr lang="en-IN" sz="1800" dirty="0">
                <a:latin typeface="Times New Roman" panose="02020603050405020304" pitchFamily="18" charset="0"/>
                <a:cs typeface="Times New Roman" panose="02020603050405020304" pitchFamily="18" charset="0"/>
              </a:rPr>
            </a:br>
            <a:endParaRPr lang="en-IN" sz="1800" dirty="0"/>
          </a:p>
        </p:txBody>
      </p:sp>
      <p:sp>
        <p:nvSpPr>
          <p:cNvPr id="5" name="TextBox 4">
            <a:extLst>
              <a:ext uri="{FF2B5EF4-FFF2-40B4-BE49-F238E27FC236}">
                <a16:creationId xmlns:a16="http://schemas.microsoft.com/office/drawing/2014/main" id="{CA59602C-C7E8-3094-38AB-457B1677DD08}"/>
              </a:ext>
            </a:extLst>
          </p:cNvPr>
          <p:cNvSpPr txBox="1"/>
          <p:nvPr/>
        </p:nvSpPr>
        <p:spPr>
          <a:xfrm flipH="1">
            <a:off x="5474392" y="0"/>
            <a:ext cx="677672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05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C5E608-A2AD-D060-7116-B059B19E044A}"/>
              </a:ext>
            </a:extLst>
          </p:cNvPr>
          <p:cNvSpPr>
            <a:spLocks noGrp="1"/>
          </p:cNvSpPr>
          <p:nvPr>
            <p:ph type="title"/>
          </p:nvPr>
        </p:nvSpPr>
        <p:spPr>
          <a:xfrm>
            <a:off x="2185601" y="1155468"/>
            <a:ext cx="8911687" cy="5178829"/>
          </a:xfrm>
        </p:spPr>
        <p:txBody>
          <a:bodyPr>
            <a:normAutofit/>
          </a:bodyPr>
          <a:lstStyle/>
          <a:p>
            <a:pPr>
              <a:spcBef>
                <a:spcPts val="200"/>
              </a:spcBef>
              <a:spcAft>
                <a:spcPts val="200"/>
              </a:spcAft>
            </a:pPr>
            <a:r>
              <a:rPr lang="en-IN" sz="2000" b="1" dirty="0">
                <a:solidFill>
                  <a:srgbClr val="7030A0"/>
                </a:solidFill>
                <a:latin typeface="Times New Roman" panose="02020603050405020304" pitchFamily="18" charset="0"/>
                <a:cs typeface="Times New Roman" panose="02020603050405020304" pitchFamily="18" charset="0"/>
              </a:rPr>
              <a:t>04. Embed Label Map into Encrypted Image:</a:t>
            </a:r>
            <a:br>
              <a:rPr lang="en-IN" sz="2000" b="1" dirty="0">
                <a:solidFill>
                  <a:srgbClr val="7030A0"/>
                </a:solidFill>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 Convert the Huffman-encoded label map into a binary sequence.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b. Store Huffman coding rule and label map in </a:t>
            </a:r>
            <a:r>
              <a:rPr lang="en-IN" sz="1800" b="1" dirty="0">
                <a:latin typeface="Times New Roman" panose="02020603050405020304" pitchFamily="18" charset="0"/>
                <a:cs typeface="Times New Roman" panose="02020603050405020304" pitchFamily="18" charset="0"/>
              </a:rPr>
              <a:t>reference pixels</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c. Embed the remaining auxiliary information using </a:t>
            </a:r>
            <a:r>
              <a:rPr lang="en-IN" sz="1800" b="1" dirty="0">
                <a:latin typeface="Times New Roman" panose="02020603050405020304" pitchFamily="18" charset="0"/>
                <a:cs typeface="Times New Roman" panose="02020603050405020304" pitchFamily="18" charset="0"/>
              </a:rPr>
              <a:t>multi-MSB substitution</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x'_enc(i, j) = </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 x_enc(i, j) mod 2^(7−t) + ∑(b_s × 2^(7−s)), 0 ≤ t ≤ 6</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 ∑(b_s × 2^(8−s)), 7 ≤ t ≤ 8</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where b_s represents auxiliary information bits.</a:t>
            </a: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2000" b="1" dirty="0">
                <a:solidFill>
                  <a:srgbClr val="7030A0"/>
                </a:solidFill>
                <a:latin typeface="Times New Roman" panose="02020603050405020304" pitchFamily="18" charset="0"/>
                <a:cs typeface="Times New Roman" panose="02020603050405020304" pitchFamily="18" charset="0"/>
              </a:rPr>
              <a:t>05. Hide Secret Data:</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 Extract the </a:t>
            </a:r>
            <a:r>
              <a:rPr lang="en-IN" sz="1800" b="1" dirty="0">
                <a:latin typeface="Times New Roman" panose="02020603050405020304" pitchFamily="18" charset="0"/>
                <a:cs typeface="Times New Roman" panose="02020603050405020304" pitchFamily="18" charset="0"/>
              </a:rPr>
              <a:t>Huffman coding rule</a:t>
            </a:r>
            <a:r>
              <a:rPr lang="en-IN" sz="1800" dirty="0">
                <a:latin typeface="Times New Roman" panose="02020603050405020304" pitchFamily="18" charset="0"/>
                <a:cs typeface="Times New Roman" panose="02020603050405020304" pitchFamily="18" charset="0"/>
              </a:rPr>
              <a:t> and </a:t>
            </a:r>
            <a:r>
              <a:rPr lang="en-IN" sz="1800" b="1" dirty="0">
                <a:latin typeface="Times New Roman" panose="02020603050405020304" pitchFamily="18" charset="0"/>
                <a:cs typeface="Times New Roman" panose="02020603050405020304" pitchFamily="18" charset="0"/>
              </a:rPr>
              <a:t>label map</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b. Compute the </a:t>
            </a:r>
            <a:r>
              <a:rPr lang="en-IN" sz="1800" b="1" dirty="0">
                <a:latin typeface="Times New Roman" panose="02020603050405020304" pitchFamily="18" charset="0"/>
                <a:cs typeface="Times New Roman" panose="02020603050405020304" pitchFamily="18" charset="0"/>
              </a:rPr>
              <a:t>embedding capacity</a:t>
            </a:r>
            <a:r>
              <a:rPr lang="en-IN" sz="1800" dirty="0">
                <a:latin typeface="Times New Roman" panose="02020603050405020304" pitchFamily="18" charset="0"/>
                <a:cs typeface="Times New Roman" panose="02020603050405020304" pitchFamily="18" charset="0"/>
              </a:rPr>
              <a:t> based on the label map.</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c. Encrypt the additional data using the </a:t>
            </a:r>
            <a:r>
              <a:rPr lang="en-IN" sz="1800" b="1" dirty="0">
                <a:latin typeface="Times New Roman" panose="02020603050405020304" pitchFamily="18" charset="0"/>
                <a:cs typeface="Times New Roman" panose="02020603050405020304" pitchFamily="18" charset="0"/>
              </a:rPr>
              <a:t>data hiding key Kd</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d. Embed data in encrypted image pixels using </a:t>
            </a:r>
            <a:r>
              <a:rPr lang="en-IN" sz="1800" b="1" dirty="0">
                <a:latin typeface="Times New Roman" panose="02020603050405020304" pitchFamily="18" charset="0"/>
                <a:cs typeface="Times New Roman" panose="02020603050405020304" pitchFamily="18" charset="0"/>
              </a:rPr>
              <a:t>multi-MSB substitution</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e. Store the </a:t>
            </a:r>
            <a:r>
              <a:rPr lang="en-IN" sz="1800" b="1" dirty="0">
                <a:latin typeface="Times New Roman" panose="02020603050405020304" pitchFamily="18" charset="0"/>
                <a:cs typeface="Times New Roman" panose="02020603050405020304" pitchFamily="18" charset="0"/>
              </a:rPr>
              <a:t>marked encrypted image Iew</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10E007B-46C8-7FAC-8BE1-9809BAC0CBDE}"/>
              </a:ext>
            </a:extLst>
          </p:cNvPr>
          <p:cNvSpPr txBox="1"/>
          <p:nvPr/>
        </p:nvSpPr>
        <p:spPr>
          <a:xfrm>
            <a:off x="5506720" y="62038"/>
            <a:ext cx="668528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6906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97716-F7BB-E8E1-A7BE-ED99798FD16D}"/>
              </a:ext>
            </a:extLst>
          </p:cNvPr>
          <p:cNvSpPr>
            <a:spLocks noGrp="1"/>
          </p:cNvSpPr>
          <p:nvPr>
            <p:ph type="title"/>
          </p:nvPr>
        </p:nvSpPr>
        <p:spPr>
          <a:xfrm>
            <a:off x="1812022" y="1233182"/>
            <a:ext cx="9692589" cy="4924337"/>
          </a:xfrm>
        </p:spPr>
        <p:txBody>
          <a:bodyPr>
            <a:noAutofit/>
          </a:bodyPr>
          <a:lstStyle/>
          <a:p>
            <a:pPr>
              <a:spcBef>
                <a:spcPts val="200"/>
              </a:spcBef>
              <a:spcAft>
                <a:spcPts val="200"/>
              </a:spcAft>
            </a:pPr>
            <a:r>
              <a:rPr lang="en-IN" sz="2000" b="1" dirty="0">
                <a:solidFill>
                  <a:srgbClr val="7030A0"/>
                </a:solidFill>
                <a:latin typeface="Times New Roman" panose="02020603050405020304" pitchFamily="18" charset="0"/>
                <a:cs typeface="Times New Roman" panose="02020603050405020304" pitchFamily="18" charset="0"/>
              </a:rPr>
              <a:t>06. Extract Data:</a:t>
            </a:r>
            <a:br>
              <a:rPr lang="en-IN" sz="2000" b="1" dirty="0">
                <a:solidFill>
                  <a:srgbClr val="7030A0"/>
                </a:solidFill>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 Extract Huffman coding rule and label map from </a:t>
            </a:r>
            <a:r>
              <a:rPr lang="en-IN" sz="1800" b="1" dirty="0">
                <a:latin typeface="Times New Roman" panose="02020603050405020304" pitchFamily="18" charset="0"/>
                <a:cs typeface="Times New Roman" panose="02020603050405020304" pitchFamily="18" charset="0"/>
              </a:rPr>
              <a:t>Iew</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b. Extract embedded data by the </a:t>
            </a:r>
            <a:r>
              <a:rPr lang="en-IN" sz="1800" b="1" dirty="0">
                <a:latin typeface="Times New Roman" panose="02020603050405020304" pitchFamily="18" charset="0"/>
                <a:cs typeface="Times New Roman" panose="02020603050405020304" pitchFamily="18" charset="0"/>
              </a:rPr>
              <a:t>data hiding key Kd</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2000" b="1" dirty="0">
                <a:solidFill>
                  <a:srgbClr val="7030A0"/>
                </a:solidFill>
                <a:latin typeface="Times New Roman" panose="02020603050405020304" pitchFamily="18" charset="0"/>
                <a:cs typeface="Times New Roman" panose="02020603050405020304" pitchFamily="18" charset="0"/>
              </a:rPr>
              <a:t>07. Recover Original Image:</a:t>
            </a:r>
            <a:br>
              <a:rPr lang="en-IN" sz="2000" b="1" dirty="0">
                <a:solidFill>
                  <a:srgbClr val="7030A0"/>
                </a:solidFill>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 Decrypt the encrypted pixels using </a:t>
            </a:r>
            <a:r>
              <a:rPr lang="en-IN" sz="1800" b="1" dirty="0">
                <a:latin typeface="Times New Roman" panose="02020603050405020304" pitchFamily="18" charset="0"/>
                <a:cs typeface="Times New Roman" panose="02020603050405020304" pitchFamily="18" charset="0"/>
              </a:rPr>
              <a:t>Ke</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x_k(i, j) = x_enc_k(i, j) ⊕ r_k(i, j),  k = 1,2,...,8</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b. Use the extracted </a:t>
            </a:r>
            <a:r>
              <a:rPr lang="en-IN" sz="1800" b="1" dirty="0">
                <a:latin typeface="Times New Roman" panose="02020603050405020304" pitchFamily="18" charset="0"/>
                <a:cs typeface="Times New Roman" panose="02020603050405020304" pitchFamily="18" charset="0"/>
              </a:rPr>
              <a:t>label map</a:t>
            </a:r>
            <a:r>
              <a:rPr lang="en-IN" sz="1800" dirty="0">
                <a:latin typeface="Times New Roman" panose="02020603050405020304" pitchFamily="18" charset="0"/>
                <a:cs typeface="Times New Roman" panose="02020603050405020304" pitchFamily="18" charset="0"/>
              </a:rPr>
              <a:t> and </a:t>
            </a:r>
            <a:r>
              <a:rPr lang="en-IN" sz="1800" b="1" dirty="0">
                <a:latin typeface="Times New Roman" panose="02020603050405020304" pitchFamily="18" charset="0"/>
                <a:cs typeface="Times New Roman" panose="02020603050405020304" pitchFamily="18" charset="0"/>
              </a:rPr>
              <a:t>MED predictor</a:t>
            </a:r>
            <a:r>
              <a:rPr lang="en-IN" sz="1800" dirty="0">
                <a:latin typeface="Times New Roman" panose="02020603050405020304" pitchFamily="18" charset="0"/>
                <a:cs typeface="Times New Roman" panose="02020603050405020304" pitchFamily="18" charset="0"/>
              </a:rPr>
              <a:t> to reconstruct the original pixel:</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x(i, j) = </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 px(i, j)_tMSB + b_(t+1) × 2^(7−t) + x'_enc(i, j) mod 2^(7−t),  0 ≤ t ≤ 7</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 px(i, j), t = 8</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c. Recover the </a:t>
            </a:r>
            <a:r>
              <a:rPr lang="en-IN" sz="1800" b="1" dirty="0">
                <a:latin typeface="Times New Roman" panose="02020603050405020304" pitchFamily="18" charset="0"/>
                <a:cs typeface="Times New Roman" panose="02020603050405020304" pitchFamily="18" charset="0"/>
              </a:rPr>
              <a:t>MSBs</a:t>
            </a:r>
            <a:r>
              <a:rPr lang="en-IN" sz="1800" dirty="0">
                <a:latin typeface="Times New Roman" panose="02020603050405020304" pitchFamily="18" charset="0"/>
                <a:cs typeface="Times New Roman" panose="02020603050405020304" pitchFamily="18" charset="0"/>
              </a:rPr>
              <a:t> of each pixel:</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b_(t+1) = </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 0, if px_(t+1)(i, j) = 1</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      ⎩ 1, if px_(t+1)(i, j) = 0</a:t>
            </a:r>
            <a:br>
              <a:rPr lang="en-IN" sz="1800" b="1"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d. Restore the </a:t>
            </a:r>
            <a:r>
              <a:rPr lang="en-IN" sz="1800" b="1" dirty="0">
                <a:latin typeface="Times New Roman" panose="02020603050405020304" pitchFamily="18" charset="0"/>
                <a:cs typeface="Times New Roman" panose="02020603050405020304" pitchFamily="18" charset="0"/>
              </a:rPr>
              <a:t>original image losslessly</a:t>
            </a:r>
            <a:r>
              <a:rPr lang="en-IN" sz="1800"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5C296A85-F6E1-1858-5EEF-C39FAC4E8BA7}"/>
              </a:ext>
            </a:extLst>
          </p:cNvPr>
          <p:cNvSpPr txBox="1"/>
          <p:nvPr/>
        </p:nvSpPr>
        <p:spPr>
          <a:xfrm>
            <a:off x="5503229" y="0"/>
            <a:ext cx="668877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RDHEI based on Multi-MSB &amp; Huffman Coding</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1016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234F7F-A37C-0AE3-7696-AC98300D56DA}"/>
              </a:ext>
            </a:extLst>
          </p:cNvPr>
          <p:cNvSpPr>
            <a:spLocks noGrp="1"/>
          </p:cNvSpPr>
          <p:nvPr>
            <p:ph type="title"/>
          </p:nvPr>
        </p:nvSpPr>
        <p:spPr>
          <a:xfrm>
            <a:off x="2147581" y="624110"/>
            <a:ext cx="9357031" cy="847243"/>
          </a:xfrm>
        </p:spPr>
        <p:txBody>
          <a:bodyPr/>
          <a:lstStyle/>
          <a:p>
            <a:r>
              <a:rPr lang="en-IN" b="1" dirty="0">
                <a:solidFill>
                  <a:srgbClr val="002060"/>
                </a:solidFill>
                <a:latin typeface="Times New Roman" panose="02020603050405020304" pitchFamily="18" charset="0"/>
                <a:cs typeface="Times New Roman" panose="02020603050405020304" pitchFamily="18" charset="0"/>
              </a:rPr>
              <a:t>CONCLUSION</a:t>
            </a:r>
          </a:p>
        </p:txBody>
      </p:sp>
      <p:sp>
        <p:nvSpPr>
          <p:cNvPr id="4" name="Content Placeholder 3">
            <a:extLst>
              <a:ext uri="{FF2B5EF4-FFF2-40B4-BE49-F238E27FC236}">
                <a16:creationId xmlns:a16="http://schemas.microsoft.com/office/drawing/2014/main" id="{269A3346-BA27-3A1B-0297-BFED5F283AEF}"/>
              </a:ext>
            </a:extLst>
          </p:cNvPr>
          <p:cNvSpPr>
            <a:spLocks noGrp="1"/>
          </p:cNvSpPr>
          <p:nvPr>
            <p:ph idx="1"/>
          </p:nvPr>
        </p:nvSpPr>
        <p:spPr>
          <a:xfrm>
            <a:off x="2147581" y="1719744"/>
            <a:ext cx="9357029" cy="264253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proposed RDHEI method enhances embedding capacity by utilizing multi-MSB prediction and Huffman coding. It ensures error-free data extraction and perfect image recovery while significantly improving payload performance. By compressing auxiliary data, the method maximizes the space available for embedding.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4278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2F5A8-55AA-54E5-199B-7956577716D3}"/>
              </a:ext>
            </a:extLst>
          </p:cNvPr>
          <p:cNvSpPr>
            <a:spLocks noGrp="1"/>
          </p:cNvSpPr>
          <p:nvPr>
            <p:ph type="title"/>
          </p:nvPr>
        </p:nvSpPr>
        <p:spPr>
          <a:xfrm>
            <a:off x="1992087" y="624110"/>
            <a:ext cx="9512526" cy="725719"/>
          </a:xfrm>
        </p:spPr>
        <p:txBody>
          <a:bodyPr/>
          <a:lstStyle/>
          <a:p>
            <a:r>
              <a:rPr lang="en-IN" b="1" dirty="0">
                <a:solidFill>
                  <a:srgbClr val="00206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FA2EC1FC-80C8-6776-1E47-89DC31C35916}"/>
              </a:ext>
            </a:extLst>
          </p:cNvPr>
          <p:cNvSpPr>
            <a:spLocks noGrp="1"/>
          </p:cNvSpPr>
          <p:nvPr>
            <p:ph idx="1"/>
          </p:nvPr>
        </p:nvSpPr>
        <p:spPr>
          <a:xfrm>
            <a:off x="1992086" y="1469571"/>
            <a:ext cx="9512526" cy="4441651"/>
          </a:xfrm>
        </p:spPr>
        <p:txBody>
          <a:bodyPr>
            <a:normAutofit/>
          </a:bodyPr>
          <a:lstStyle/>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An efficient MSB prediction-based method for high-capacity reversible data hiding in encrypted images</a:t>
            </a:r>
            <a:r>
              <a:rPr lang="en-US" dirty="0">
                <a:latin typeface="Times New Roman" panose="02020603050405020304" pitchFamily="18" charset="0"/>
                <a:cs typeface="Times New Roman" panose="02020603050405020304" pitchFamily="18" charset="0"/>
              </a:rPr>
              <a:t>,” IEEE Trans. Inf. Forensics Secur., vol. 13, no. 7, pp. 1067–1681, Jan. 2018.</a:t>
            </a:r>
          </a:p>
          <a:p>
            <a:pPr algn="just"/>
            <a:r>
              <a:rPr lang="en-US" dirty="0">
                <a:latin typeface="Times New Roman" panose="02020603050405020304" pitchFamily="18" charset="0"/>
                <a:cs typeface="Times New Roman" panose="02020603050405020304" pitchFamily="18" charset="0"/>
              </a:rPr>
              <a:t>P. Puteaux and W. Puech, “</a:t>
            </a:r>
            <a:r>
              <a:rPr lang="en-US" b="1" dirty="0">
                <a:latin typeface="Times New Roman" panose="02020603050405020304" pitchFamily="18" charset="0"/>
                <a:cs typeface="Times New Roman" panose="02020603050405020304" pitchFamily="18" charset="0"/>
              </a:rPr>
              <a:t>EPE-based huge-capacity reversible data hiding in encrypted images,</a:t>
            </a:r>
            <a:r>
              <a:rPr lang="en-US" dirty="0">
                <a:latin typeface="Times New Roman" panose="02020603050405020304" pitchFamily="18" charset="0"/>
                <a:cs typeface="Times New Roman" panose="02020603050405020304" pitchFamily="18" charset="0"/>
              </a:rPr>
              <a:t>” in Proc. IEEE Int. Workshop Inf. Forensics Secur., Dec. 2018, pp. 1–7</a:t>
            </a:r>
            <a:r>
              <a:rPr lang="en-US" dirty="0"/>
              <a:t>.</a:t>
            </a:r>
          </a:p>
          <a:p>
            <a:pPr algn="just"/>
            <a:r>
              <a:rPr lang="en-IN" dirty="0">
                <a:latin typeface="Times New Roman" panose="02020603050405020304" pitchFamily="18" charset="0"/>
                <a:cs typeface="Times New Roman" panose="02020603050405020304" pitchFamily="18" charset="0"/>
              </a:rPr>
              <a:t>Y. Puyang, Z. Yin, and Z. Qian, “</a:t>
            </a:r>
            <a:r>
              <a:rPr lang="en-IN" b="1" dirty="0">
                <a:latin typeface="Times New Roman" panose="02020603050405020304" pitchFamily="18" charset="0"/>
                <a:cs typeface="Times New Roman" panose="02020603050405020304" pitchFamily="18" charset="0"/>
              </a:rPr>
              <a:t>Reversible data hiding in encrypted images with two-MSB prediction</a:t>
            </a:r>
            <a:r>
              <a:rPr lang="en-IN" dirty="0">
                <a:latin typeface="Times New Roman" panose="02020603050405020304" pitchFamily="18" charset="0"/>
                <a:cs typeface="Times New Roman" panose="02020603050405020304" pitchFamily="18" charset="0"/>
              </a:rPr>
              <a:t>,” in Proc. IEEE Int. Workshop Inf. Forensics </a:t>
            </a:r>
            <a:r>
              <a:rPr lang="en-IN" dirty="0" err="1">
                <a:latin typeface="Times New Roman" panose="02020603050405020304" pitchFamily="18" charset="0"/>
                <a:cs typeface="Times New Roman" panose="02020603050405020304" pitchFamily="18" charset="0"/>
              </a:rPr>
              <a:t>Secur</a:t>
            </a:r>
            <a:r>
              <a:rPr lang="en-IN" dirty="0">
                <a:latin typeface="Times New Roman" panose="02020603050405020304" pitchFamily="18" charset="0"/>
                <a:cs typeface="Times New Roman" panose="02020603050405020304" pitchFamily="18" charset="0"/>
              </a:rPr>
              <a:t>., Dec. 2018, pp. 1–7</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 .Yi and Y. Zhou, “</a:t>
            </a:r>
            <a:r>
              <a:rPr lang="en-US" b="1" dirty="0">
                <a:latin typeface="Times New Roman" panose="02020603050405020304" pitchFamily="18" charset="0"/>
                <a:cs typeface="Times New Roman" panose="02020603050405020304" pitchFamily="18" charset="0"/>
              </a:rPr>
              <a:t>Separable and reversible data hiding in encrypted images using parametric binary tree labeling</a:t>
            </a:r>
            <a:r>
              <a:rPr lang="en-US" dirty="0">
                <a:latin typeface="Times New Roman" panose="02020603050405020304" pitchFamily="18" charset="0"/>
                <a:cs typeface="Times New Roman" panose="02020603050405020304" pitchFamily="18" charset="0"/>
              </a:rPr>
              <a:t>,” IEEE Trans. Multimedia, vol. 21, no. 1, pp. 51–64, Jan. 2019</a:t>
            </a:r>
            <a:r>
              <a:rPr lang="en-US" dirty="0"/>
              <a:t>.</a:t>
            </a:r>
          </a:p>
          <a:p>
            <a:pPr algn="just"/>
            <a:r>
              <a:rPr lang="en-US" dirty="0">
                <a:latin typeface="Times New Roman" panose="02020603050405020304" pitchFamily="18" charset="0"/>
                <a:cs typeface="Times New Roman" panose="02020603050405020304" pitchFamily="18" charset="0"/>
              </a:rPr>
              <a:t>K. Chen and C. C. Chang, “</a:t>
            </a:r>
            <a:r>
              <a:rPr lang="en-US" b="1" dirty="0">
                <a:latin typeface="Times New Roman" panose="02020603050405020304" pitchFamily="18" charset="0"/>
                <a:cs typeface="Times New Roman" panose="02020603050405020304" pitchFamily="18" charset="0"/>
              </a:rPr>
              <a:t>High-capacity reversible data hiding in encrypted images based on extended run-length coding and block-based MSB plane rearrangement,” </a:t>
            </a:r>
            <a:r>
              <a:rPr lang="en-US" dirty="0">
                <a:latin typeface="Times New Roman" panose="02020603050405020304" pitchFamily="18" charset="0"/>
                <a:cs typeface="Times New Roman" panose="02020603050405020304" pitchFamily="18" charset="0"/>
              </a:rPr>
              <a:t>J. Vis. Commun. Image Representation, vol. 58, pp. 334–344, 2019</a:t>
            </a:r>
            <a:r>
              <a:rPr lang="en-US" dirty="0"/>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549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19569-B205-F995-4003-0F751466AAFA}"/>
              </a:ext>
            </a:extLst>
          </p:cNvPr>
          <p:cNvSpPr>
            <a:spLocks noGrp="1"/>
          </p:cNvSpPr>
          <p:nvPr>
            <p:ph type="title"/>
          </p:nvPr>
        </p:nvSpPr>
        <p:spPr>
          <a:xfrm>
            <a:off x="2592924" y="624109"/>
            <a:ext cx="8911687" cy="4821193"/>
          </a:xfrm>
        </p:spPr>
        <p:txBody>
          <a:bodyPr>
            <a:normAutofit fontScale="90000"/>
          </a:bodyPr>
          <a:lstStyle/>
          <a:p>
            <a:r>
              <a:rPr lang="en-IN" dirty="0"/>
              <a:t> </a:t>
            </a:r>
            <a:br>
              <a:rPr lang="en-IN" dirty="0"/>
            </a:br>
            <a:br>
              <a:rPr lang="en-IN" dirty="0"/>
            </a:br>
            <a:br>
              <a:rPr lang="en-IN" dirty="0"/>
            </a:br>
            <a:br>
              <a:rPr lang="en-IN" dirty="0"/>
            </a:br>
            <a:r>
              <a:rPr lang="en-IN" sz="10700" b="1" dirty="0">
                <a:latin typeface="Times New Roman" panose="02020603050405020304" pitchFamily="18" charset="0"/>
                <a:cs typeface="Times New Roman" panose="02020603050405020304" pitchFamily="18" charset="0"/>
              </a:rPr>
              <a:t>THANK YOU</a:t>
            </a:r>
            <a:br>
              <a:rPr lang="en-IN" sz="8000" b="1" dirty="0">
                <a:latin typeface="Baskerville Old Face" panose="02020602080505020303" pitchFamily="18" charset="0"/>
              </a:rPr>
            </a:br>
            <a:br>
              <a:rPr lang="en-IN" sz="8000" b="1" dirty="0">
                <a:latin typeface="Baskerville Old Face" panose="02020602080505020303" pitchFamily="18" charset="0"/>
              </a:rPr>
            </a:br>
            <a:br>
              <a:rPr lang="en-IN" dirty="0"/>
            </a:br>
            <a:br>
              <a:rPr lang="en-IN" dirty="0"/>
            </a:br>
            <a:br>
              <a:rPr lang="en-IN" dirty="0"/>
            </a:br>
            <a:br>
              <a:rPr lang="en-IN" dirty="0"/>
            </a:br>
            <a:br>
              <a:rPr lang="en-IN" dirty="0"/>
            </a:br>
            <a:br>
              <a:rPr lang="en-IN" dirty="0"/>
            </a:br>
            <a:endParaRPr lang="en-IN" dirty="0"/>
          </a:p>
        </p:txBody>
      </p:sp>
    </p:spTree>
    <p:extLst>
      <p:ext uri="{BB962C8B-B14F-4D97-AF65-F5344CB8AC3E}">
        <p14:creationId xmlns:p14="http://schemas.microsoft.com/office/powerpoint/2010/main" val="1094831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851</TotalTime>
  <Words>1577</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Baskerville Old Face</vt:lpstr>
      <vt:lpstr>Calibri</vt:lpstr>
      <vt:lpstr>Century Gothic</vt:lpstr>
      <vt:lpstr>Times New Roman</vt:lpstr>
      <vt:lpstr>Wingdings 3</vt:lpstr>
      <vt:lpstr>Wisp</vt:lpstr>
      <vt:lpstr>REVERSIBLE DATA HIDING IN ENCRYPTED IMAGES BASED ON MULTI-MSB PREDICTION AND HUFFMAN CODING </vt:lpstr>
      <vt:lpstr>CONTENTS</vt:lpstr>
      <vt:lpstr>PROBLEM STATEMENT</vt:lpstr>
      <vt:lpstr>MODULES</vt:lpstr>
      <vt:lpstr>03. Data Extraction &amp; Image Decryption Phase (by the Receiver)</vt:lpstr>
      <vt:lpstr>BLOCK DIAGRAM</vt:lpstr>
      <vt:lpstr>ALGORITHM</vt:lpstr>
      <vt:lpstr>02. Image Encryption:   a. Generate a pseudo-random matrix r of size m × n using the encryption key Ke.    b. Convert each pixel x(i, j) and r(i, j) into an 8-bit binary sequence.    c. Encrypt pixel using bitwise XOR operation:       x_enc_k(i, j) = x_k(i, j) ⊕ r_k(i, j),  k = 1,2,...,8    d. Compute the encrypted pixel value:       x_enc(i, j) = ∑ (x_enc_k(i, j) × 2^(8−k)), k = 1,2,...,8    e. Store encrypted image Ie.  03. Compress Label Map using Huffman Coding:    a. Assign shorter codes to frequently occurring labels.    b. Convert label map into a binary sequence:       LM = ∑ (n_t × c_t),  t = 0,1,2,...,8       where n_t is the number of pixels with label t, and c_t is the length of the Huffman code. </vt:lpstr>
      <vt:lpstr>04. Embed Label Map into Encrypted Image:    a. Convert the Huffman-encoded label map into a binary sequence.    b. Store Huffman coding rule and label map in reference pixels.    c. Embed the remaining auxiliary information using multi-MSB substitution:       x'_enc(i, j) =        ⎧ x_enc(i, j) mod 2^(7−t) + ∑(b_s × 2^(7−s)), 0 ≤ t ≤ 6       ⎩ ∑(b_s × 2^(8−s)), 7 ≤ t ≤ 8       where b_s represents auxiliary information bits.  05. Hide Secret Data:    a. Extract the Huffman coding rule and label map.    b. Compute the embedding capacity based on the label map.    c. Encrypt the additional data using the data hiding key Kd.    d. Embed data in encrypted image pixels using multi-MSB substitution.    e. Store the marked encrypted image Iew. </vt:lpstr>
      <vt:lpstr>06. Extract Data:    a. Extract Huffman coding rule and label map from Iew.    b. Extract embedded data by the data hiding key Kd.  07. Recover Original Image:    a. Decrypt the encrypted pixels using Ke:       x_k(i, j) = x_enc_k(i, j) ⊕ r_k(i, j),  k = 1,2,...,8    b. Use the extracted label map and MED predictor to reconstruct the original pixel:       x(i, j) =        ⎧ px(i, j)_tMSB + b_(t+1) × 2^(7−t) + x'_enc(i, j) mod 2^(7−t),  0 ≤ t ≤ 7       ⎩ px(i, j), t = 8    c. Recover the MSBs of each pixel:       b_(t+1) =        ⎧ 0, if px_(t+1)(i, j) = 1       ⎩ 1, if px_(t+1)(i, j) = 0    d. Restore the original image losslessly.</vt:lpstr>
      <vt:lpstr>CONCLUSION</vt:lpstr>
      <vt:lpstr>REFERENCES</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REVERSIBLE DATA HIDING IN ENCRYPTED IMAGES BASED ON MULTI-MSB PREDICTION AND HUFFMAN CODING </dc:title>
  <dc:creator>Vishnukaivalya Gudapati</dc:creator>
  <cp:lastModifiedBy>Vishnukaivalya Gudapati</cp:lastModifiedBy>
  <cp:revision>31</cp:revision>
  <dcterms:created xsi:type="dcterms:W3CDTF">2024-12-26T14:17:33Z</dcterms:created>
  <dcterms:modified xsi:type="dcterms:W3CDTF">2025-06-12T07:32:10Z</dcterms:modified>
</cp:coreProperties>
</file>