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38"/>
  </p:notesMasterIdLst>
  <p:sldIdLst>
    <p:sldId id="256" r:id="rId2"/>
    <p:sldId id="257" r:id="rId3"/>
    <p:sldId id="258" r:id="rId4"/>
    <p:sldId id="265" r:id="rId5"/>
    <p:sldId id="305" r:id="rId6"/>
    <p:sldId id="308" r:id="rId7"/>
    <p:sldId id="269" r:id="rId8"/>
    <p:sldId id="270" r:id="rId9"/>
    <p:sldId id="282" r:id="rId10"/>
    <p:sldId id="277" r:id="rId11"/>
    <p:sldId id="275" r:id="rId12"/>
    <p:sldId id="284" r:id="rId13"/>
    <p:sldId id="285" r:id="rId14"/>
    <p:sldId id="286" r:id="rId15"/>
    <p:sldId id="292" r:id="rId16"/>
    <p:sldId id="271" r:id="rId17"/>
    <p:sldId id="272" r:id="rId18"/>
    <p:sldId id="304" r:id="rId19"/>
    <p:sldId id="303" r:id="rId20"/>
    <p:sldId id="281" r:id="rId21"/>
    <p:sldId id="289" r:id="rId22"/>
    <p:sldId id="290" r:id="rId23"/>
    <p:sldId id="293" r:id="rId24"/>
    <p:sldId id="294" r:id="rId25"/>
    <p:sldId id="296" r:id="rId26"/>
    <p:sldId id="295" r:id="rId27"/>
    <p:sldId id="297" r:id="rId28"/>
    <p:sldId id="298" r:id="rId29"/>
    <p:sldId id="299" r:id="rId30"/>
    <p:sldId id="300" r:id="rId31"/>
    <p:sldId id="306" r:id="rId32"/>
    <p:sldId id="307" r:id="rId33"/>
    <p:sldId id="301" r:id="rId34"/>
    <p:sldId id="302" r:id="rId35"/>
    <p:sldId id="267" r:id="rId36"/>
    <p:sldId id="26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BB572-20E7-4358-8798-0E59B612F6A7}" v="14" dt="2025-01-31T06:14:39.1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01" autoAdjust="0"/>
  </p:normalViewPr>
  <p:slideViewPr>
    <p:cSldViewPr snapToGrid="0">
      <p:cViewPr varScale="1">
        <p:scale>
          <a:sx n="77" d="100"/>
          <a:sy n="77" d="100"/>
        </p:scale>
        <p:origin x="232" y="56"/>
      </p:cViewPr>
      <p:guideLst/>
    </p:cSldViewPr>
  </p:slideViewPr>
  <p:notesTextViewPr>
    <p:cViewPr>
      <p:scale>
        <a:sx n="1" d="1"/>
        <a:sy n="1" d="1"/>
      </p:scale>
      <p:origin x="0" y="0"/>
    </p:cViewPr>
  </p:notesTextViewPr>
  <p:notesViewPr>
    <p:cSldViewPr snapToGrid="0">
      <p:cViewPr>
        <p:scale>
          <a:sx n="70" d="100"/>
          <a:sy n="70" d="100"/>
        </p:scale>
        <p:origin x="228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kaivalya Gudapati" userId="91c7e84e45e887cc" providerId="LiveId" clId="{4A9BB572-20E7-4358-8798-0E59B612F6A7}"/>
    <pc:docChg chg="undo custSel addSld delSld modSld">
      <pc:chgData name="Vishnukaivalya Gudapati" userId="91c7e84e45e887cc" providerId="LiveId" clId="{4A9BB572-20E7-4358-8798-0E59B612F6A7}" dt="2025-01-31T06:16:25.476" v="380" actId="20577"/>
      <pc:docMkLst>
        <pc:docMk/>
      </pc:docMkLst>
      <pc:sldChg chg="modSp mod">
        <pc:chgData name="Vishnukaivalya Gudapati" userId="91c7e84e45e887cc" providerId="LiveId" clId="{4A9BB572-20E7-4358-8798-0E59B612F6A7}" dt="2025-01-31T06:14:32.373" v="373" actId="27636"/>
        <pc:sldMkLst>
          <pc:docMk/>
          <pc:sldMk cId="3382935294" sldId="256"/>
        </pc:sldMkLst>
        <pc:spChg chg="mod">
          <ac:chgData name="Vishnukaivalya Gudapati" userId="91c7e84e45e887cc" providerId="LiveId" clId="{4A9BB572-20E7-4358-8798-0E59B612F6A7}" dt="2025-01-31T06:14:32.373" v="373" actId="27636"/>
          <ac:spMkLst>
            <pc:docMk/>
            <pc:sldMk cId="3382935294" sldId="256"/>
            <ac:spMk id="2" creationId="{1BC9472B-C7EE-82DC-53E5-5E0EBBEBC686}"/>
          </ac:spMkLst>
        </pc:spChg>
        <pc:spChg chg="mod">
          <ac:chgData name="Vishnukaivalya Gudapati" userId="91c7e84e45e887cc" providerId="LiveId" clId="{4A9BB572-20E7-4358-8798-0E59B612F6A7}" dt="2025-01-31T05:16:03.151" v="56" actId="20577"/>
          <ac:spMkLst>
            <pc:docMk/>
            <pc:sldMk cId="3382935294" sldId="256"/>
            <ac:spMk id="3" creationId="{18815C69-FBCA-5254-8703-AD0606C21C6E}"/>
          </ac:spMkLst>
        </pc:spChg>
      </pc:sldChg>
      <pc:sldChg chg="modSp mod">
        <pc:chgData name="Vishnukaivalya Gudapati" userId="91c7e84e45e887cc" providerId="LiveId" clId="{4A9BB572-20E7-4358-8798-0E59B612F6A7}" dt="2025-01-31T06:14:23.824" v="371" actId="20577"/>
        <pc:sldMkLst>
          <pc:docMk/>
          <pc:sldMk cId="2265626455" sldId="257"/>
        </pc:sldMkLst>
        <pc:spChg chg="mod">
          <ac:chgData name="Vishnukaivalya Gudapati" userId="91c7e84e45e887cc" providerId="LiveId" clId="{4A9BB572-20E7-4358-8798-0E59B612F6A7}" dt="2025-01-31T06:14:23.824" v="371" actId="20577"/>
          <ac:spMkLst>
            <pc:docMk/>
            <pc:sldMk cId="2265626455" sldId="257"/>
            <ac:spMk id="3" creationId="{305C27AC-B4F5-C1B6-E41F-A05B493D7B6A}"/>
          </ac:spMkLst>
        </pc:spChg>
      </pc:sldChg>
      <pc:sldChg chg="modSp del mod">
        <pc:chgData name="Vishnukaivalya Gudapati" userId="91c7e84e45e887cc" providerId="LiveId" clId="{4A9BB572-20E7-4358-8798-0E59B612F6A7}" dt="2025-01-31T05:39:31.710" v="68" actId="14100"/>
        <pc:sldMkLst>
          <pc:docMk/>
          <pc:sldMk cId="104204897" sldId="265"/>
        </pc:sldMkLst>
        <pc:spChg chg="mod">
          <ac:chgData name="Vishnukaivalya Gudapati" userId="91c7e84e45e887cc" providerId="LiveId" clId="{4A9BB572-20E7-4358-8798-0E59B612F6A7}" dt="2025-01-31T05:39:31.710" v="68" actId="14100"/>
          <ac:spMkLst>
            <pc:docMk/>
            <pc:sldMk cId="104204897" sldId="265"/>
            <ac:spMk id="2" creationId="{F1A93CAC-7401-21FF-6E48-0968CA665D20}"/>
          </ac:spMkLst>
        </pc:spChg>
        <pc:graphicFrameChg chg="mod modGraphic">
          <ac:chgData name="Vishnukaivalya Gudapati" userId="91c7e84e45e887cc" providerId="LiveId" clId="{4A9BB572-20E7-4358-8798-0E59B612F6A7}" dt="2025-01-31T05:39:17.560" v="66" actId="14100"/>
          <ac:graphicFrameMkLst>
            <pc:docMk/>
            <pc:sldMk cId="104204897" sldId="265"/>
            <ac:graphicFrameMk id="7" creationId="{4A7751FD-0735-5005-5895-0273FC1269F0}"/>
          </ac:graphicFrameMkLst>
        </pc:graphicFrameChg>
      </pc:sldChg>
      <pc:sldChg chg="del">
        <pc:chgData name="Vishnukaivalya Gudapati" userId="91c7e84e45e887cc" providerId="LiveId" clId="{4A9BB572-20E7-4358-8798-0E59B612F6A7}" dt="2025-01-31T05:40:10.360" v="69" actId="2696"/>
        <pc:sldMkLst>
          <pc:docMk/>
          <pc:sldMk cId="2894075795" sldId="273"/>
        </pc:sldMkLst>
      </pc:sldChg>
      <pc:sldChg chg="del">
        <pc:chgData name="Vishnukaivalya Gudapati" userId="91c7e84e45e887cc" providerId="LiveId" clId="{4A9BB572-20E7-4358-8798-0E59B612F6A7}" dt="2025-01-31T05:39:23.288" v="67" actId="2696"/>
        <pc:sldMkLst>
          <pc:docMk/>
          <pc:sldMk cId="1998186184" sldId="287"/>
        </pc:sldMkLst>
      </pc:sldChg>
      <pc:sldChg chg="addSp delSp modSp new mod modClrScheme chgLayout">
        <pc:chgData name="Vishnukaivalya Gudapati" userId="91c7e84e45e887cc" providerId="LiveId" clId="{4A9BB572-20E7-4358-8798-0E59B612F6A7}" dt="2025-01-31T06:16:25.476" v="380" actId="20577"/>
        <pc:sldMkLst>
          <pc:docMk/>
          <pc:sldMk cId="2228832221" sldId="291"/>
        </pc:sldMkLst>
        <pc:spChg chg="add mod ord">
          <ac:chgData name="Vishnukaivalya Gudapati" userId="91c7e84e45e887cc" providerId="LiveId" clId="{4A9BB572-20E7-4358-8798-0E59B612F6A7}" dt="2025-01-31T06:16:25.476" v="380" actId="20577"/>
          <ac:spMkLst>
            <pc:docMk/>
            <pc:sldMk cId="2228832221" sldId="291"/>
            <ac:spMk id="4" creationId="{6FD7190E-C34B-8C97-4F41-B363156CC4A8}"/>
          </ac:spMkLst>
        </pc:spChg>
      </pc:sldChg>
      <pc:sldChg chg="addSp delSp modSp new mod modClrScheme chgLayout">
        <pc:chgData name="Vishnukaivalya Gudapati" userId="91c7e84e45e887cc" providerId="LiveId" clId="{4A9BB572-20E7-4358-8798-0E59B612F6A7}" dt="2025-01-31T06:16:16.496" v="379" actId="20577"/>
        <pc:sldMkLst>
          <pc:docMk/>
          <pc:sldMk cId="3244887" sldId="292"/>
        </pc:sldMkLst>
        <pc:spChg chg="add mod ord">
          <ac:chgData name="Vishnukaivalya Gudapati" userId="91c7e84e45e887cc" providerId="LiveId" clId="{4A9BB572-20E7-4358-8798-0E59B612F6A7}" dt="2025-01-31T06:16:16.496" v="379" actId="20577"/>
          <ac:spMkLst>
            <pc:docMk/>
            <pc:sldMk cId="3244887" sldId="292"/>
            <ac:spMk id="4" creationId="{1A36A9BB-BA8A-259F-47ED-4950E5619CDB}"/>
          </ac:spMkLst>
        </pc:spChg>
      </pc:sldChg>
      <pc:sldChg chg="addSp delSp modSp new mod">
        <pc:chgData name="Vishnukaivalya Gudapati" userId="91c7e84e45e887cc" providerId="LiveId" clId="{4A9BB572-20E7-4358-8798-0E59B612F6A7}" dt="2025-01-31T06:15:13.342" v="375" actId="207"/>
        <pc:sldMkLst>
          <pc:docMk/>
          <pc:sldMk cId="1586054220" sldId="293"/>
        </pc:sldMkLst>
        <pc:spChg chg="mod">
          <ac:chgData name="Vishnukaivalya Gudapati" userId="91c7e84e45e887cc" providerId="LiveId" clId="{4A9BB572-20E7-4358-8798-0E59B612F6A7}" dt="2025-01-31T06:15:13.342" v="375" actId="207"/>
          <ac:spMkLst>
            <pc:docMk/>
            <pc:sldMk cId="1586054220" sldId="293"/>
            <ac:spMk id="2" creationId="{BF39C640-5688-A3D4-6DC5-B112130F6681}"/>
          </ac:spMkLst>
        </pc:spChg>
        <pc:spChg chg="del">
          <ac:chgData name="Vishnukaivalya Gudapati" userId="91c7e84e45e887cc" providerId="LiveId" clId="{4A9BB572-20E7-4358-8798-0E59B612F6A7}" dt="2025-01-31T05:52:47.782" v="104" actId="931"/>
          <ac:spMkLst>
            <pc:docMk/>
            <pc:sldMk cId="1586054220" sldId="293"/>
            <ac:spMk id="3" creationId="{94AC9690-6394-E838-E640-C16A6413EEE4}"/>
          </ac:spMkLst>
        </pc:spChg>
        <pc:picChg chg="add mod">
          <ac:chgData name="Vishnukaivalya Gudapati" userId="91c7e84e45e887cc" providerId="LiveId" clId="{4A9BB572-20E7-4358-8798-0E59B612F6A7}" dt="2025-01-31T05:54:09.816" v="109" actId="1076"/>
          <ac:picMkLst>
            <pc:docMk/>
            <pc:sldMk cId="1586054220" sldId="293"/>
            <ac:picMk id="5" creationId="{F28EDBC3-129C-B4DB-81C8-158EC1018F7C}"/>
          </ac:picMkLst>
        </pc:picChg>
      </pc:sldChg>
      <pc:sldChg chg="addSp delSp modSp new mod modClrScheme chgLayout">
        <pc:chgData name="Vishnukaivalya Gudapati" userId="91c7e84e45e887cc" providerId="LiveId" clId="{4A9BB572-20E7-4358-8798-0E59B612F6A7}" dt="2025-01-31T05:59:43.658" v="146" actId="1076"/>
        <pc:sldMkLst>
          <pc:docMk/>
          <pc:sldMk cId="1647332699" sldId="294"/>
        </pc:sldMkLst>
        <pc:spChg chg="del mod ord">
          <ac:chgData name="Vishnukaivalya Gudapati" userId="91c7e84e45e887cc" providerId="LiveId" clId="{4A9BB572-20E7-4358-8798-0E59B612F6A7}" dt="2025-01-31T05:54:32.011" v="111" actId="700"/>
          <ac:spMkLst>
            <pc:docMk/>
            <pc:sldMk cId="1647332699" sldId="294"/>
            <ac:spMk id="2" creationId="{7957C98C-881F-67AE-BA33-B1CA7CDDDA03}"/>
          </ac:spMkLst>
        </pc:spChg>
        <pc:spChg chg="del">
          <ac:chgData name="Vishnukaivalya Gudapati" userId="91c7e84e45e887cc" providerId="LiveId" clId="{4A9BB572-20E7-4358-8798-0E59B612F6A7}" dt="2025-01-31T05:54:32.011" v="111" actId="700"/>
          <ac:spMkLst>
            <pc:docMk/>
            <pc:sldMk cId="1647332699" sldId="294"/>
            <ac:spMk id="3" creationId="{3C5A8AEE-550A-8A64-49F4-EC496932F0F3}"/>
          </ac:spMkLst>
        </pc:spChg>
        <pc:spChg chg="add mod ord">
          <ac:chgData name="Vishnukaivalya Gudapati" userId="91c7e84e45e887cc" providerId="LiveId" clId="{4A9BB572-20E7-4358-8798-0E59B612F6A7}" dt="2025-01-31T05:59:43.658" v="146" actId="1076"/>
          <ac:spMkLst>
            <pc:docMk/>
            <pc:sldMk cId="1647332699" sldId="294"/>
            <ac:spMk id="4" creationId="{8F41B753-1079-BBB7-7147-D333BCD732F7}"/>
          </ac:spMkLst>
        </pc:spChg>
        <pc:picChg chg="add mod">
          <ac:chgData name="Vishnukaivalya Gudapati" userId="91c7e84e45e887cc" providerId="LiveId" clId="{4A9BB572-20E7-4358-8798-0E59B612F6A7}" dt="2025-01-31T05:59:40.116" v="145" actId="1076"/>
          <ac:picMkLst>
            <pc:docMk/>
            <pc:sldMk cId="1647332699" sldId="294"/>
            <ac:picMk id="6" creationId="{80031A91-77CC-144A-F2C8-AA75A36C87AC}"/>
          </ac:picMkLst>
        </pc:picChg>
      </pc:sldChg>
      <pc:sldChg chg="addSp modSp new mod">
        <pc:chgData name="Vishnukaivalya Gudapati" userId="91c7e84e45e887cc" providerId="LiveId" clId="{4A9BB572-20E7-4358-8798-0E59B612F6A7}" dt="2025-01-31T06:01:05.428" v="165" actId="1076"/>
        <pc:sldMkLst>
          <pc:docMk/>
          <pc:sldMk cId="2258445501" sldId="295"/>
        </pc:sldMkLst>
        <pc:spChg chg="mod">
          <ac:chgData name="Vishnukaivalya Gudapati" userId="91c7e84e45e887cc" providerId="LiveId" clId="{4A9BB572-20E7-4358-8798-0E59B612F6A7}" dt="2025-01-31T06:01:00.746" v="164" actId="1076"/>
          <ac:spMkLst>
            <pc:docMk/>
            <pc:sldMk cId="2258445501" sldId="295"/>
            <ac:spMk id="2" creationId="{C6D68D5C-006D-3E4F-38F1-A386B941ACD2}"/>
          </ac:spMkLst>
        </pc:spChg>
        <pc:picChg chg="add mod">
          <ac:chgData name="Vishnukaivalya Gudapati" userId="91c7e84e45e887cc" providerId="LiveId" clId="{4A9BB572-20E7-4358-8798-0E59B612F6A7}" dt="2025-01-31T06:01:05.428" v="165" actId="1076"/>
          <ac:picMkLst>
            <pc:docMk/>
            <pc:sldMk cId="2258445501" sldId="295"/>
            <ac:picMk id="4" creationId="{1CEC003E-682C-73DF-08C5-A5948CC058F5}"/>
          </ac:picMkLst>
        </pc:picChg>
      </pc:sldChg>
      <pc:sldChg chg="addSp modSp new mod">
        <pc:chgData name="Vishnukaivalya Gudapati" userId="91c7e84e45e887cc" providerId="LiveId" clId="{4A9BB572-20E7-4358-8798-0E59B612F6A7}" dt="2025-01-31T06:00:44.372" v="161" actId="14100"/>
        <pc:sldMkLst>
          <pc:docMk/>
          <pc:sldMk cId="34675155" sldId="296"/>
        </pc:sldMkLst>
        <pc:spChg chg="mod">
          <ac:chgData name="Vishnukaivalya Gudapati" userId="91c7e84e45e887cc" providerId="LiveId" clId="{4A9BB572-20E7-4358-8798-0E59B612F6A7}" dt="2025-01-31T06:00:40.365" v="160" actId="14100"/>
          <ac:spMkLst>
            <pc:docMk/>
            <pc:sldMk cId="34675155" sldId="296"/>
            <ac:spMk id="2" creationId="{F5B80483-44CD-FCBD-43B1-E7518F41B373}"/>
          </ac:spMkLst>
        </pc:spChg>
        <pc:picChg chg="add mod">
          <ac:chgData name="Vishnukaivalya Gudapati" userId="91c7e84e45e887cc" providerId="LiveId" clId="{4A9BB572-20E7-4358-8798-0E59B612F6A7}" dt="2025-01-31T06:00:44.372" v="161" actId="14100"/>
          <ac:picMkLst>
            <pc:docMk/>
            <pc:sldMk cId="34675155" sldId="296"/>
            <ac:picMk id="4" creationId="{3F2B29A3-66F2-1F76-015E-53535B24F2E8}"/>
          </ac:picMkLst>
        </pc:picChg>
      </pc:sldChg>
      <pc:sldChg chg="addSp modSp new mod">
        <pc:chgData name="Vishnukaivalya Gudapati" userId="91c7e84e45e887cc" providerId="LiveId" clId="{4A9BB572-20E7-4358-8798-0E59B612F6A7}" dt="2025-01-31T06:01:19.039" v="169" actId="14100"/>
        <pc:sldMkLst>
          <pc:docMk/>
          <pc:sldMk cId="2305765260" sldId="297"/>
        </pc:sldMkLst>
        <pc:spChg chg="mod">
          <ac:chgData name="Vishnukaivalya Gudapati" userId="91c7e84e45e887cc" providerId="LiveId" clId="{4A9BB572-20E7-4358-8798-0E59B612F6A7}" dt="2025-01-31T05:57:23.582" v="132" actId="14100"/>
          <ac:spMkLst>
            <pc:docMk/>
            <pc:sldMk cId="2305765260" sldId="297"/>
            <ac:spMk id="2" creationId="{2ADC5868-A170-B953-B9CA-26CB48E74A4D}"/>
          </ac:spMkLst>
        </pc:spChg>
        <pc:picChg chg="add mod">
          <ac:chgData name="Vishnukaivalya Gudapati" userId="91c7e84e45e887cc" providerId="LiveId" clId="{4A9BB572-20E7-4358-8798-0E59B612F6A7}" dt="2025-01-31T06:01:19.039" v="169" actId="14100"/>
          <ac:picMkLst>
            <pc:docMk/>
            <pc:sldMk cId="2305765260" sldId="297"/>
            <ac:picMk id="4" creationId="{E5AA6F56-BB51-6A0C-0184-C248F22AF678}"/>
          </ac:picMkLst>
        </pc:picChg>
      </pc:sldChg>
      <pc:sldChg chg="addSp modSp new mod">
        <pc:chgData name="Vishnukaivalya Gudapati" userId="91c7e84e45e887cc" providerId="LiveId" clId="{4A9BB572-20E7-4358-8798-0E59B612F6A7}" dt="2025-01-31T06:01:41.156" v="175" actId="14100"/>
        <pc:sldMkLst>
          <pc:docMk/>
          <pc:sldMk cId="715373546" sldId="298"/>
        </pc:sldMkLst>
        <pc:spChg chg="mod">
          <ac:chgData name="Vishnukaivalya Gudapati" userId="91c7e84e45e887cc" providerId="LiveId" clId="{4A9BB572-20E7-4358-8798-0E59B612F6A7}" dt="2025-01-31T06:01:41.156" v="175" actId="14100"/>
          <ac:spMkLst>
            <pc:docMk/>
            <pc:sldMk cId="715373546" sldId="298"/>
            <ac:spMk id="2" creationId="{E0D60134-67D2-D285-BFA7-6B08364DE9B4}"/>
          </ac:spMkLst>
        </pc:spChg>
        <pc:picChg chg="add mod">
          <ac:chgData name="Vishnukaivalya Gudapati" userId="91c7e84e45e887cc" providerId="LiveId" clId="{4A9BB572-20E7-4358-8798-0E59B612F6A7}" dt="2025-01-31T06:01:29.505" v="171" actId="14100"/>
          <ac:picMkLst>
            <pc:docMk/>
            <pc:sldMk cId="715373546" sldId="298"/>
            <ac:picMk id="4" creationId="{1C835AFE-EA5E-31EE-0CEB-E63A482BE86E}"/>
          </ac:picMkLst>
        </pc:picChg>
      </pc:sldChg>
      <pc:sldChg chg="addSp modSp new mod">
        <pc:chgData name="Vishnukaivalya Gudapati" userId="91c7e84e45e887cc" providerId="LiveId" clId="{4A9BB572-20E7-4358-8798-0E59B612F6A7}" dt="2025-01-31T06:02:01.607" v="181" actId="1076"/>
        <pc:sldMkLst>
          <pc:docMk/>
          <pc:sldMk cId="3202197533" sldId="299"/>
        </pc:sldMkLst>
        <pc:spChg chg="mod">
          <ac:chgData name="Vishnukaivalya Gudapati" userId="91c7e84e45e887cc" providerId="LiveId" clId="{4A9BB572-20E7-4358-8798-0E59B612F6A7}" dt="2025-01-31T06:01:54.355" v="178" actId="1076"/>
          <ac:spMkLst>
            <pc:docMk/>
            <pc:sldMk cId="3202197533" sldId="299"/>
            <ac:spMk id="2" creationId="{13C7BF28-92A1-394E-F1B9-C579FC07B5AA}"/>
          </ac:spMkLst>
        </pc:spChg>
        <pc:picChg chg="add mod">
          <ac:chgData name="Vishnukaivalya Gudapati" userId="91c7e84e45e887cc" providerId="LiveId" clId="{4A9BB572-20E7-4358-8798-0E59B612F6A7}" dt="2025-01-31T06:02:01.607" v="181" actId="1076"/>
          <ac:picMkLst>
            <pc:docMk/>
            <pc:sldMk cId="3202197533" sldId="299"/>
            <ac:picMk id="4" creationId="{DBFF121B-89E2-A427-8236-CFA2AEDA6635}"/>
          </ac:picMkLst>
        </pc:picChg>
      </pc:sldChg>
      <pc:sldChg chg="addSp delSp modSp new mod chgLayout">
        <pc:chgData name="Vishnukaivalya Gudapati" userId="91c7e84e45e887cc" providerId="LiveId" clId="{4A9BB572-20E7-4358-8798-0E59B612F6A7}" dt="2025-01-31T06:03:27.475" v="207" actId="1076"/>
        <pc:sldMkLst>
          <pc:docMk/>
          <pc:sldMk cId="3096050976" sldId="300"/>
        </pc:sldMkLst>
        <pc:spChg chg="del mod">
          <ac:chgData name="Vishnukaivalya Gudapati" userId="91c7e84e45e887cc" providerId="LiveId" clId="{4A9BB572-20E7-4358-8798-0E59B612F6A7}" dt="2025-01-31T06:03:00.651" v="197" actId="700"/>
          <ac:spMkLst>
            <pc:docMk/>
            <pc:sldMk cId="3096050976" sldId="300"/>
            <ac:spMk id="2" creationId="{C0E74FFF-6439-E529-C348-73EF53415191}"/>
          </ac:spMkLst>
        </pc:spChg>
        <pc:spChg chg="add mod ord">
          <ac:chgData name="Vishnukaivalya Gudapati" userId="91c7e84e45e887cc" providerId="LiveId" clId="{4A9BB572-20E7-4358-8798-0E59B612F6A7}" dt="2025-01-31T06:03:16.482" v="202" actId="14100"/>
          <ac:spMkLst>
            <pc:docMk/>
            <pc:sldMk cId="3096050976" sldId="300"/>
            <ac:spMk id="5" creationId="{0E90E66B-9FAE-22A8-46F7-6EEF9DCB00DD}"/>
          </ac:spMkLst>
        </pc:spChg>
        <pc:picChg chg="add del mod">
          <ac:chgData name="Vishnukaivalya Gudapati" userId="91c7e84e45e887cc" providerId="LiveId" clId="{4A9BB572-20E7-4358-8798-0E59B612F6A7}" dt="2025-01-31T06:02:55.038" v="196" actId="478"/>
          <ac:picMkLst>
            <pc:docMk/>
            <pc:sldMk cId="3096050976" sldId="300"/>
            <ac:picMk id="4" creationId="{394277DF-C0E6-D899-55BE-652368F3B8A7}"/>
          </ac:picMkLst>
        </pc:picChg>
        <pc:picChg chg="add mod">
          <ac:chgData name="Vishnukaivalya Gudapati" userId="91c7e84e45e887cc" providerId="LiveId" clId="{4A9BB572-20E7-4358-8798-0E59B612F6A7}" dt="2025-01-31T06:03:27.475" v="207" actId="1076"/>
          <ac:picMkLst>
            <pc:docMk/>
            <pc:sldMk cId="3096050976" sldId="300"/>
            <ac:picMk id="6" creationId="{A3C64AE5-4CB6-1A34-F858-F823F8A5996C}"/>
          </ac:picMkLst>
        </pc:picChg>
      </pc:sldChg>
      <pc:sldChg chg="addSp delSp modSp new mod modClrScheme chgLayout">
        <pc:chgData name="Vishnukaivalya Gudapati" userId="91c7e84e45e887cc" providerId="LiveId" clId="{4A9BB572-20E7-4358-8798-0E59B612F6A7}" dt="2025-01-31T06:15:22.335" v="376" actId="207"/>
        <pc:sldMkLst>
          <pc:docMk/>
          <pc:sldMk cId="1167173745" sldId="301"/>
        </pc:sldMkLst>
        <pc:spChg chg="del mod ord">
          <ac:chgData name="Vishnukaivalya Gudapati" userId="91c7e84e45e887cc" providerId="LiveId" clId="{4A9BB572-20E7-4358-8798-0E59B612F6A7}" dt="2025-01-31T06:04:07.343" v="209" actId="700"/>
          <ac:spMkLst>
            <pc:docMk/>
            <pc:sldMk cId="1167173745" sldId="301"/>
            <ac:spMk id="2" creationId="{D1AC8321-FEFB-2909-91BE-A7EB95D94341}"/>
          </ac:spMkLst>
        </pc:spChg>
        <pc:spChg chg="add mod ord">
          <ac:chgData name="Vishnukaivalya Gudapati" userId="91c7e84e45e887cc" providerId="LiveId" clId="{4A9BB572-20E7-4358-8798-0E59B612F6A7}" dt="2025-01-31T06:15:22.335" v="376" actId="207"/>
          <ac:spMkLst>
            <pc:docMk/>
            <pc:sldMk cId="1167173745" sldId="301"/>
            <ac:spMk id="3" creationId="{BC4033E1-D053-1A93-1A03-A325C890B5E5}"/>
          </ac:spMkLst>
        </pc:spChg>
        <pc:spChg chg="add del mod ord">
          <ac:chgData name="Vishnukaivalya Gudapati" userId="91c7e84e45e887cc" providerId="LiveId" clId="{4A9BB572-20E7-4358-8798-0E59B612F6A7}" dt="2025-01-31T06:04:58.350" v="237" actId="931"/>
          <ac:spMkLst>
            <pc:docMk/>
            <pc:sldMk cId="1167173745" sldId="301"/>
            <ac:spMk id="4" creationId="{3F19DD27-5D6C-126D-6AA5-43E9D74A154C}"/>
          </ac:spMkLst>
        </pc:spChg>
        <pc:picChg chg="add mod">
          <ac:chgData name="Vishnukaivalya Gudapati" userId="91c7e84e45e887cc" providerId="LiveId" clId="{4A9BB572-20E7-4358-8798-0E59B612F6A7}" dt="2025-01-31T06:05:09.829" v="240" actId="1076"/>
          <ac:picMkLst>
            <pc:docMk/>
            <pc:sldMk cId="1167173745" sldId="301"/>
            <ac:picMk id="6" creationId="{52194720-6441-CD12-7ACB-F1C3EB04F914}"/>
          </ac:picMkLst>
        </pc:picChg>
      </pc:sldChg>
      <pc:sldChg chg="addSp delSp modSp new mod modClrScheme chgLayout">
        <pc:chgData name="Vishnukaivalya Gudapati" userId="91c7e84e45e887cc" providerId="LiveId" clId="{4A9BB572-20E7-4358-8798-0E59B612F6A7}" dt="2025-01-31T06:13:11.796" v="304" actId="1076"/>
        <pc:sldMkLst>
          <pc:docMk/>
          <pc:sldMk cId="597900722" sldId="302"/>
        </pc:sldMkLst>
        <pc:spChg chg="del mod ord">
          <ac:chgData name="Vishnukaivalya Gudapati" userId="91c7e84e45e887cc" providerId="LiveId" clId="{4A9BB572-20E7-4358-8798-0E59B612F6A7}" dt="2025-01-31T06:05:40.969" v="244" actId="700"/>
          <ac:spMkLst>
            <pc:docMk/>
            <pc:sldMk cId="597900722" sldId="302"/>
            <ac:spMk id="2" creationId="{BC2C3922-BFE1-C3A8-C3CD-539987AD0B2D}"/>
          </ac:spMkLst>
        </pc:spChg>
        <pc:spChg chg="del">
          <ac:chgData name="Vishnukaivalya Gudapati" userId="91c7e84e45e887cc" providerId="LiveId" clId="{4A9BB572-20E7-4358-8798-0E59B612F6A7}" dt="2025-01-31T06:05:40.969" v="244" actId="700"/>
          <ac:spMkLst>
            <pc:docMk/>
            <pc:sldMk cId="597900722" sldId="302"/>
            <ac:spMk id="3" creationId="{694047D9-1394-8936-9390-9A78B5E07805}"/>
          </ac:spMkLst>
        </pc:spChg>
        <pc:spChg chg="add mod ord">
          <ac:chgData name="Vishnukaivalya Gudapati" userId="91c7e84e45e887cc" providerId="LiveId" clId="{4A9BB572-20E7-4358-8798-0E59B612F6A7}" dt="2025-01-31T06:13:02.959" v="302" actId="20577"/>
          <ac:spMkLst>
            <pc:docMk/>
            <pc:sldMk cId="597900722" sldId="302"/>
            <ac:spMk id="4" creationId="{FE66EC71-B80F-B0A6-11D4-70161CEB0854}"/>
          </ac:spMkLst>
        </pc:spChg>
        <pc:picChg chg="add mod modCrop">
          <ac:chgData name="Vishnukaivalya Gudapati" userId="91c7e84e45e887cc" providerId="LiveId" clId="{4A9BB572-20E7-4358-8798-0E59B612F6A7}" dt="2025-01-31T06:13:11.796" v="304" actId="1076"/>
          <ac:picMkLst>
            <pc:docMk/>
            <pc:sldMk cId="597900722" sldId="302"/>
            <ac:picMk id="6" creationId="{564FB2B0-82A8-22E5-73FC-336EEF64036A}"/>
          </ac:picMkLst>
        </pc:picChg>
      </pc:sldChg>
    </pc:docChg>
  </pc:docChgLst>
  <pc:docChgLst>
    <pc:chgData name="Vishnukaivalya Gudapati" userId="91c7e84e45e887cc" providerId="LiveId" clId="{3F0CE3EB-0EEF-4BDC-A382-67035D70A2A2}"/>
    <pc:docChg chg="custSel addSld delSld modSld">
      <pc:chgData name="Vishnukaivalya Gudapati" userId="91c7e84e45e887cc" providerId="LiveId" clId="{3F0CE3EB-0EEF-4BDC-A382-67035D70A2A2}" dt="2025-01-24T04:13:24.128" v="107" actId="2696"/>
      <pc:docMkLst>
        <pc:docMk/>
      </pc:docMkLst>
      <pc:sldChg chg="modSp mod">
        <pc:chgData name="Vishnukaivalya Gudapati" userId="91c7e84e45e887cc" providerId="LiveId" clId="{3F0CE3EB-0EEF-4BDC-A382-67035D70A2A2}" dt="2025-01-24T04:08:22.596" v="27" actId="207"/>
        <pc:sldMkLst>
          <pc:docMk/>
          <pc:sldMk cId="4291260826" sldId="270"/>
        </pc:sldMkLst>
        <pc:spChg chg="mod">
          <ac:chgData name="Vishnukaivalya Gudapati" userId="91c7e84e45e887cc" providerId="LiveId" clId="{3F0CE3EB-0EEF-4BDC-A382-67035D70A2A2}" dt="2025-01-24T04:08:22.596" v="27" actId="207"/>
          <ac:spMkLst>
            <pc:docMk/>
            <pc:sldMk cId="4291260826" sldId="270"/>
            <ac:spMk id="2" creationId="{B06D850D-72C0-E8D5-5EBB-3065CB63BBB7}"/>
          </ac:spMkLst>
        </pc:spChg>
      </pc:sldChg>
      <pc:sldChg chg="modSp mod">
        <pc:chgData name="Vishnukaivalya Gudapati" userId="91c7e84e45e887cc" providerId="LiveId" clId="{3F0CE3EB-0EEF-4BDC-A382-67035D70A2A2}" dt="2025-01-24T04:08:06.725" v="25" actId="207"/>
        <pc:sldMkLst>
          <pc:docMk/>
          <pc:sldMk cId="2568791214" sldId="272"/>
        </pc:sldMkLst>
        <pc:spChg chg="mod">
          <ac:chgData name="Vishnukaivalya Gudapati" userId="91c7e84e45e887cc" providerId="LiveId" clId="{3F0CE3EB-0EEF-4BDC-A382-67035D70A2A2}" dt="2025-01-24T04:08:06.725" v="25" actId="207"/>
          <ac:spMkLst>
            <pc:docMk/>
            <pc:sldMk cId="2568791214" sldId="272"/>
            <ac:spMk id="2" creationId="{DB8C954E-A56D-F0E5-064E-D96258774953}"/>
          </ac:spMkLst>
        </pc:spChg>
      </pc:sldChg>
      <pc:sldChg chg="modSp mod">
        <pc:chgData name="Vishnukaivalya Gudapati" userId="91c7e84e45e887cc" providerId="LiveId" clId="{3F0CE3EB-0EEF-4BDC-A382-67035D70A2A2}" dt="2025-01-24T04:08:13.419" v="26" actId="207"/>
        <pc:sldMkLst>
          <pc:docMk/>
          <pc:sldMk cId="2751555812" sldId="279"/>
        </pc:sldMkLst>
        <pc:spChg chg="mod">
          <ac:chgData name="Vishnukaivalya Gudapati" userId="91c7e84e45e887cc" providerId="LiveId" clId="{3F0CE3EB-0EEF-4BDC-A382-67035D70A2A2}" dt="2025-01-24T04:08:13.419" v="26" actId="207"/>
          <ac:spMkLst>
            <pc:docMk/>
            <pc:sldMk cId="2751555812" sldId="279"/>
            <ac:spMk id="2" creationId="{D85652D6-301A-4FCC-B9C1-1CD2866F7C3F}"/>
          </ac:spMkLst>
        </pc:spChg>
        <pc:spChg chg="mod">
          <ac:chgData name="Vishnukaivalya Gudapati" userId="91c7e84e45e887cc" providerId="LiveId" clId="{3F0CE3EB-0EEF-4BDC-A382-67035D70A2A2}" dt="2025-01-24T04:06:10.105" v="8" actId="27636"/>
          <ac:spMkLst>
            <pc:docMk/>
            <pc:sldMk cId="2751555812" sldId="279"/>
            <ac:spMk id="3" creationId="{F4F24AF2-23C8-491A-B14A-5C4D2C02A91C}"/>
          </ac:spMkLst>
        </pc:spChg>
      </pc:sldChg>
      <pc:sldChg chg="modSp del mod">
        <pc:chgData name="Vishnukaivalya Gudapati" userId="91c7e84e45e887cc" providerId="LiveId" clId="{3F0CE3EB-0EEF-4BDC-A382-67035D70A2A2}" dt="2025-01-24T04:06:22.794" v="10" actId="2696"/>
        <pc:sldMkLst>
          <pc:docMk/>
          <pc:sldMk cId="3399550812" sldId="280"/>
        </pc:sldMkLst>
      </pc:sldChg>
      <pc:sldChg chg="modSp mod">
        <pc:chgData name="Vishnukaivalya Gudapati" userId="91c7e84e45e887cc" providerId="LiveId" clId="{3F0CE3EB-0EEF-4BDC-A382-67035D70A2A2}" dt="2025-01-24T04:09:17.371" v="36" actId="5793"/>
        <pc:sldMkLst>
          <pc:docMk/>
          <pc:sldMk cId="2569041089" sldId="281"/>
        </pc:sldMkLst>
        <pc:spChg chg="mod">
          <ac:chgData name="Vishnukaivalya Gudapati" userId="91c7e84e45e887cc" providerId="LiveId" clId="{3F0CE3EB-0EEF-4BDC-A382-67035D70A2A2}" dt="2025-01-24T04:09:17.371" v="36" actId="5793"/>
          <ac:spMkLst>
            <pc:docMk/>
            <pc:sldMk cId="2569041089" sldId="281"/>
            <ac:spMk id="3" creationId="{70848A6E-D4C4-4E07-9D66-AE242BEBEF4A}"/>
          </ac:spMkLst>
        </pc:spChg>
      </pc:sldChg>
      <pc:sldChg chg="modSp mod">
        <pc:chgData name="Vishnukaivalya Gudapati" userId="91c7e84e45e887cc" providerId="LiveId" clId="{3F0CE3EB-0EEF-4BDC-A382-67035D70A2A2}" dt="2025-01-24T04:08:27.649" v="28" actId="207"/>
        <pc:sldMkLst>
          <pc:docMk/>
          <pc:sldMk cId="1238515588" sldId="282"/>
        </pc:sldMkLst>
        <pc:spChg chg="mod">
          <ac:chgData name="Vishnukaivalya Gudapati" userId="91c7e84e45e887cc" providerId="LiveId" clId="{3F0CE3EB-0EEF-4BDC-A382-67035D70A2A2}" dt="2025-01-24T04:08:27.649" v="28" actId="207"/>
          <ac:spMkLst>
            <pc:docMk/>
            <pc:sldMk cId="1238515588" sldId="282"/>
            <ac:spMk id="2" creationId="{F5A9E00D-D281-6A69-696E-50625187AD21}"/>
          </ac:spMkLst>
        </pc:spChg>
      </pc:sldChg>
      <pc:sldChg chg="modSp mod">
        <pc:chgData name="Vishnukaivalya Gudapati" userId="91c7e84e45e887cc" providerId="LiveId" clId="{3F0CE3EB-0EEF-4BDC-A382-67035D70A2A2}" dt="2025-01-24T04:08:34.263" v="29" actId="207"/>
        <pc:sldMkLst>
          <pc:docMk/>
          <pc:sldMk cId="3942270771" sldId="285"/>
        </pc:sldMkLst>
        <pc:spChg chg="mod">
          <ac:chgData name="Vishnukaivalya Gudapati" userId="91c7e84e45e887cc" providerId="LiveId" clId="{3F0CE3EB-0EEF-4BDC-A382-67035D70A2A2}" dt="2025-01-24T04:08:34.263" v="29" actId="207"/>
          <ac:spMkLst>
            <pc:docMk/>
            <pc:sldMk cId="3942270771" sldId="285"/>
            <ac:spMk id="2" creationId="{3E353CA9-DB90-233D-2E37-02D4176F63C4}"/>
          </ac:spMkLst>
        </pc:spChg>
      </pc:sldChg>
      <pc:sldChg chg="modSp mod">
        <pc:chgData name="Vishnukaivalya Gudapati" userId="91c7e84e45e887cc" providerId="LiveId" clId="{3F0CE3EB-0EEF-4BDC-A382-67035D70A2A2}" dt="2025-01-24T04:08:42.475" v="30" actId="207"/>
        <pc:sldMkLst>
          <pc:docMk/>
          <pc:sldMk cId="2399714219" sldId="286"/>
        </pc:sldMkLst>
        <pc:spChg chg="mod">
          <ac:chgData name="Vishnukaivalya Gudapati" userId="91c7e84e45e887cc" providerId="LiveId" clId="{3F0CE3EB-0EEF-4BDC-A382-67035D70A2A2}" dt="2025-01-24T04:08:42.475" v="30" actId="207"/>
          <ac:spMkLst>
            <pc:docMk/>
            <pc:sldMk cId="2399714219" sldId="286"/>
            <ac:spMk id="2" creationId="{76C9D18F-486E-7B31-C9AD-34F2364AF019}"/>
          </ac:spMkLst>
        </pc:spChg>
      </pc:sldChg>
      <pc:sldChg chg="modSp mod">
        <pc:chgData name="Vishnukaivalya Gudapati" userId="91c7e84e45e887cc" providerId="LiveId" clId="{3F0CE3EB-0EEF-4BDC-A382-67035D70A2A2}" dt="2025-01-24T04:05:44.932" v="6" actId="255"/>
        <pc:sldMkLst>
          <pc:docMk/>
          <pc:sldMk cId="2858773661" sldId="288"/>
        </pc:sldMkLst>
        <pc:spChg chg="mod">
          <ac:chgData name="Vishnukaivalya Gudapati" userId="91c7e84e45e887cc" providerId="LiveId" clId="{3F0CE3EB-0EEF-4BDC-A382-67035D70A2A2}" dt="2025-01-24T04:05:44.932" v="6" actId="255"/>
          <ac:spMkLst>
            <pc:docMk/>
            <pc:sldMk cId="2858773661" sldId="288"/>
            <ac:spMk id="4" creationId="{A4908F09-F1AD-C796-2F53-6E296C277ACE}"/>
          </ac:spMkLst>
        </pc:spChg>
      </pc:sldChg>
      <pc:sldChg chg="modSp new mod">
        <pc:chgData name="Vishnukaivalya Gudapati" userId="91c7e84e45e887cc" providerId="LiveId" clId="{3F0CE3EB-0EEF-4BDC-A382-67035D70A2A2}" dt="2025-01-24T04:11:54.433" v="78" actId="14100"/>
        <pc:sldMkLst>
          <pc:docMk/>
          <pc:sldMk cId="754877597" sldId="289"/>
        </pc:sldMkLst>
        <pc:spChg chg="mod">
          <ac:chgData name="Vishnukaivalya Gudapati" userId="91c7e84e45e887cc" providerId="LiveId" clId="{3F0CE3EB-0EEF-4BDC-A382-67035D70A2A2}" dt="2025-01-24T04:11:54.433" v="78" actId="14100"/>
          <ac:spMkLst>
            <pc:docMk/>
            <pc:sldMk cId="754877597" sldId="289"/>
            <ac:spMk id="2" creationId="{F6ABAC42-7DDE-F6D2-289E-22B24397F1A9}"/>
          </ac:spMkLst>
        </pc:spChg>
        <pc:spChg chg="mod">
          <ac:chgData name="Vishnukaivalya Gudapati" userId="91c7e84e45e887cc" providerId="LiveId" clId="{3F0CE3EB-0EEF-4BDC-A382-67035D70A2A2}" dt="2025-01-24T04:11:41.125" v="73" actId="14100"/>
          <ac:spMkLst>
            <pc:docMk/>
            <pc:sldMk cId="754877597" sldId="289"/>
            <ac:spMk id="3" creationId="{2CEDA91A-09F9-2762-75E8-255843C1C828}"/>
          </ac:spMkLst>
        </pc:spChg>
      </pc:sldChg>
      <pc:sldChg chg="modSp new mod">
        <pc:chgData name="Vishnukaivalya Gudapati" userId="91c7e84e45e887cc" providerId="LiveId" clId="{3F0CE3EB-0EEF-4BDC-A382-67035D70A2A2}" dt="2025-01-24T04:12:42.583" v="91" actId="123"/>
        <pc:sldMkLst>
          <pc:docMk/>
          <pc:sldMk cId="3282509698" sldId="290"/>
        </pc:sldMkLst>
        <pc:spChg chg="mod">
          <ac:chgData name="Vishnukaivalya Gudapati" userId="91c7e84e45e887cc" providerId="LiveId" clId="{3F0CE3EB-0EEF-4BDC-A382-67035D70A2A2}" dt="2025-01-24T04:10:12.080" v="54" actId="2711"/>
          <ac:spMkLst>
            <pc:docMk/>
            <pc:sldMk cId="3282509698" sldId="290"/>
            <ac:spMk id="2" creationId="{9ADE8F2B-E2C0-26DC-E94C-6D68EE238A5E}"/>
          </ac:spMkLst>
        </pc:spChg>
        <pc:spChg chg="mod">
          <ac:chgData name="Vishnukaivalya Gudapati" userId="91c7e84e45e887cc" providerId="LiveId" clId="{3F0CE3EB-0EEF-4BDC-A382-67035D70A2A2}" dt="2025-01-24T04:12:42.583" v="91" actId="123"/>
          <ac:spMkLst>
            <pc:docMk/>
            <pc:sldMk cId="3282509698" sldId="290"/>
            <ac:spMk id="3" creationId="{3D50CD30-91DE-EB42-96C8-D336E334E313}"/>
          </ac:spMkLst>
        </pc:spChg>
      </pc:sldChg>
      <pc:sldChg chg="modSp new del mod">
        <pc:chgData name="Vishnukaivalya Gudapati" userId="91c7e84e45e887cc" providerId="LiveId" clId="{3F0CE3EB-0EEF-4BDC-A382-67035D70A2A2}" dt="2025-01-24T04:13:24.128" v="107" actId="2696"/>
        <pc:sldMkLst>
          <pc:docMk/>
          <pc:sldMk cId="2592795308"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CBC4E-9BC8-4DE2-A1E0-84D11F4843EC}" type="datetimeFigureOut">
              <a:rPr lang="en-IN" smtClean="0"/>
              <a:t>12-06-2025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236C0-4AED-4849-B5D4-C4C6A2D2D527}" type="slidenum">
              <a:rPr lang="en-IN" smtClean="0"/>
              <a:t>‹#›</a:t>
            </a:fld>
            <a:endParaRPr lang="en-IN"/>
          </a:p>
        </p:txBody>
      </p:sp>
    </p:spTree>
    <p:extLst>
      <p:ext uri="{BB962C8B-B14F-4D97-AF65-F5344CB8AC3E}">
        <p14:creationId xmlns:p14="http://schemas.microsoft.com/office/powerpoint/2010/main" val="302135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5236C0-4AED-4849-B5D4-C4C6A2D2D527}" type="slidenum">
              <a:rPr lang="en-IN" smtClean="0"/>
              <a:t>4</a:t>
            </a:fld>
            <a:endParaRPr lang="en-IN"/>
          </a:p>
        </p:txBody>
      </p:sp>
    </p:spTree>
    <p:extLst>
      <p:ext uri="{BB962C8B-B14F-4D97-AF65-F5344CB8AC3E}">
        <p14:creationId xmlns:p14="http://schemas.microsoft.com/office/powerpoint/2010/main" val="3522316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50173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88929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49728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17351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E2CF5B-B7F2-46B8-97CC-EF1ADEF759F1}" type="datetimeFigureOut">
              <a:rPr lang="en-IN" smtClean="0"/>
              <a:t>12-06-2025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15645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E2CF5B-B7F2-46B8-97CC-EF1ADEF759F1}" type="datetimeFigureOut">
              <a:rPr lang="en-IN" smtClean="0"/>
              <a:t>12-06-2025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21748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2CF5B-B7F2-46B8-97CC-EF1ADEF759F1}" type="datetimeFigureOut">
              <a:rPr lang="en-IN" smtClean="0"/>
              <a:t>12-06-2025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74340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92762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024997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709071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996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2690026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9430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E2CF5B-B7F2-46B8-97CC-EF1ADEF759F1}" type="datetimeFigureOut">
              <a:rPr lang="en-IN" smtClean="0"/>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378665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337292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E2CF5B-B7F2-46B8-97CC-EF1ADEF759F1}" type="datetimeFigureOut">
              <a:rPr lang="en-IN" smtClean="0"/>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t>‹#›</a:t>
            </a:fld>
            <a:endParaRPr lang="en-IN"/>
          </a:p>
        </p:txBody>
      </p:sp>
    </p:spTree>
    <p:extLst>
      <p:ext uri="{BB962C8B-B14F-4D97-AF65-F5344CB8AC3E}">
        <p14:creationId xmlns:p14="http://schemas.microsoft.com/office/powerpoint/2010/main" val="129014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9E2CF5B-B7F2-46B8-97CC-EF1ADEF759F1}" type="datetimeFigureOut">
              <a:rPr lang="en-IN" smtClean="0"/>
              <a:t>12-06-2025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CF37AD0-8CC1-4752-A7D8-C6144AA1DE7F}" type="slidenum">
              <a:rPr lang="en-IN" smtClean="0"/>
              <a:t>‹#›</a:t>
            </a:fld>
            <a:endParaRPr lang="en-IN"/>
          </a:p>
        </p:txBody>
      </p:sp>
    </p:spTree>
    <p:extLst>
      <p:ext uri="{BB962C8B-B14F-4D97-AF65-F5344CB8AC3E}">
        <p14:creationId xmlns:p14="http://schemas.microsoft.com/office/powerpoint/2010/main" val="4993347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472B-C7EE-82DC-53E5-5E0EBBEBC686}"/>
              </a:ext>
            </a:extLst>
          </p:cNvPr>
          <p:cNvSpPr>
            <a:spLocks noGrp="1"/>
          </p:cNvSpPr>
          <p:nvPr>
            <p:ph type="ctrTitle"/>
          </p:nvPr>
        </p:nvSpPr>
        <p:spPr>
          <a:xfrm>
            <a:off x="1767840" y="252550"/>
            <a:ext cx="10171612" cy="2090056"/>
          </a:xfrm>
        </p:spPr>
        <p:txBody>
          <a:bodyPr>
            <a:norm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REVERSIBLE DATA HIDING IN ENCRYPTED IMAGES BASED ON MULTI-MSB PREDICTION AND HUFFMAN CODING </a:t>
            </a:r>
          </a:p>
        </p:txBody>
      </p:sp>
      <p:sp>
        <p:nvSpPr>
          <p:cNvPr id="3" name="Subtitle 2">
            <a:extLst>
              <a:ext uri="{FF2B5EF4-FFF2-40B4-BE49-F238E27FC236}">
                <a16:creationId xmlns:a16="http://schemas.microsoft.com/office/drawing/2014/main" id="{18815C69-FBCA-5254-8703-AD0606C21C6E}"/>
              </a:ext>
            </a:extLst>
          </p:cNvPr>
          <p:cNvSpPr>
            <a:spLocks noGrp="1"/>
          </p:cNvSpPr>
          <p:nvPr>
            <p:ph type="subTitle" idx="1"/>
          </p:nvPr>
        </p:nvSpPr>
        <p:spPr>
          <a:xfrm>
            <a:off x="2168435" y="2899955"/>
            <a:ext cx="9701348" cy="2717074"/>
          </a:xfrm>
        </p:spPr>
        <p:txBody>
          <a:bodyPr>
            <a:normAutofit fontScale="85000" lnSpcReduction="20000"/>
          </a:bodyPr>
          <a:lstStyle/>
          <a:p>
            <a:r>
              <a:rPr lang="en-IN" dirty="0"/>
              <a:t>          </a:t>
            </a:r>
            <a:r>
              <a:rPr lang="en-IN" sz="2200" b="1" dirty="0">
                <a:solidFill>
                  <a:srgbClr val="002060"/>
                </a:solidFill>
                <a:latin typeface="Times New Roman" panose="02020603050405020304" pitchFamily="18" charset="0"/>
                <a:cs typeface="Times New Roman" panose="02020603050405020304" pitchFamily="18" charset="0"/>
              </a:rPr>
              <a:t>GUIDE</a:t>
            </a:r>
          </a:p>
          <a:p>
            <a:r>
              <a:rPr lang="en-IN" sz="2000" b="1" dirty="0">
                <a:solidFill>
                  <a:srgbClr val="FF0000"/>
                </a:solidFill>
                <a:latin typeface="Times New Roman" panose="02020603050405020304" pitchFamily="18" charset="0"/>
                <a:cs typeface="Times New Roman" panose="02020603050405020304" pitchFamily="18" charset="0"/>
              </a:rPr>
              <a:t>Dr.B.HEMANTHA KUMAR</a:t>
            </a:r>
          </a:p>
          <a:p>
            <a:endParaRPr lang="en-IN" sz="2000" b="1" dirty="0">
              <a:solidFill>
                <a:srgbClr val="FF0000"/>
              </a:solidFill>
            </a:endParaRPr>
          </a:p>
          <a:p>
            <a:r>
              <a:rPr lang="en-IN" sz="2000" b="1" dirty="0">
                <a:solidFill>
                  <a:srgbClr val="FF0000"/>
                </a:solidFill>
              </a:rPr>
              <a:t>                                                                                                   </a:t>
            </a:r>
            <a:r>
              <a:rPr lang="en-IN" sz="2200" b="1" dirty="0">
                <a:solidFill>
                  <a:srgbClr val="002060"/>
                </a:solidFill>
                <a:latin typeface="Times New Roman" panose="02020603050405020304" pitchFamily="18" charset="0"/>
                <a:cs typeface="Times New Roman" panose="02020603050405020304" pitchFamily="18" charset="0"/>
              </a:rPr>
              <a:t>TEAM-1</a:t>
            </a:r>
          </a:p>
          <a:p>
            <a:r>
              <a:rPr lang="en-IN" sz="20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G VISHNU KAIVALYA-Y21IT040 </a:t>
            </a:r>
          </a:p>
          <a:p>
            <a:r>
              <a:rPr lang="en-IN" sz="2000" b="1" dirty="0">
                <a:solidFill>
                  <a:srgbClr val="C00000"/>
                </a:solidFill>
                <a:latin typeface="Times New Roman" panose="02020603050405020304" pitchFamily="18" charset="0"/>
                <a:cs typeface="Times New Roman" panose="02020603050405020304" pitchFamily="18" charset="0"/>
              </a:rPr>
              <a:t>                                                                                        G B HARSHA VARDHAN-Y21IT039 </a:t>
            </a:r>
          </a:p>
          <a:p>
            <a:r>
              <a:rPr lang="en-IN" sz="2000" b="1" dirty="0">
                <a:solidFill>
                  <a:srgbClr val="C00000"/>
                </a:solidFill>
                <a:latin typeface="Times New Roman" panose="02020603050405020304" pitchFamily="18" charset="0"/>
                <a:cs typeface="Times New Roman" panose="02020603050405020304" pitchFamily="18" charset="0"/>
              </a:rPr>
              <a:t>                                                                                        K KIRAN –L22IT138</a:t>
            </a:r>
            <a:endParaRPr lang="en-US" sz="2000" b="1" spc="269" dirty="0">
              <a:solidFill>
                <a:srgbClr val="C00000"/>
              </a:solidFill>
              <a:latin typeface="Times New Roman" panose="02020603050405020304" pitchFamily="18" charset="0"/>
              <a:cs typeface="Times New Roman" panose="02020603050405020304" pitchFamily="18" charset="0"/>
            </a:endParaRPr>
          </a:p>
          <a:p>
            <a:r>
              <a:rPr lang="en-US" sz="2000" b="1" spc="269" dirty="0">
                <a:solidFill>
                  <a:srgbClr val="F35000"/>
                </a:solidFill>
                <a:latin typeface="Times New Roman" panose="02020603050405020304" pitchFamily="18" charset="0"/>
                <a:cs typeface="Times New Roman" panose="02020603050405020304" pitchFamily="18" charset="0"/>
              </a:rPr>
              <a:t>                                                 </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93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B443-93B7-7304-C1AD-02A633B9FC16}"/>
              </a:ext>
            </a:extLst>
          </p:cNvPr>
          <p:cNvSpPr>
            <a:spLocks noGrp="1"/>
          </p:cNvSpPr>
          <p:nvPr>
            <p:ph type="title"/>
          </p:nvPr>
        </p:nvSpPr>
        <p:spPr>
          <a:xfrm>
            <a:off x="2494954" y="664028"/>
            <a:ext cx="8911687" cy="870857"/>
          </a:xfrm>
        </p:spPr>
        <p:txBody>
          <a:bodyPr/>
          <a:lstStyle/>
          <a:p>
            <a:r>
              <a:rPr lang="en-IN"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305C27AC-B4F5-C1B6-E41F-A05B493D7B6A}"/>
              </a:ext>
            </a:extLst>
          </p:cNvPr>
          <p:cNvSpPr>
            <a:spLocks noGrp="1"/>
          </p:cNvSpPr>
          <p:nvPr>
            <p:ph idx="1"/>
          </p:nvPr>
        </p:nvSpPr>
        <p:spPr>
          <a:xfrm>
            <a:off x="2654526" y="1540189"/>
            <a:ext cx="8915400" cy="3777622"/>
          </a:xfrm>
        </p:spPr>
        <p:txBody>
          <a:bodyPr/>
          <a:lstStyle/>
          <a:p>
            <a:r>
              <a:rPr lang="en-IN" sz="2400" dirty="0">
                <a:latin typeface="Times New Roman" panose="02020603050405020304" pitchFamily="18" charset="0"/>
                <a:cs typeface="Times New Roman" panose="02020603050405020304" pitchFamily="18" charset="0"/>
              </a:rPr>
              <a:t>Problem Statement</a:t>
            </a:r>
          </a:p>
          <a:p>
            <a:r>
              <a:rPr lang="en-IN" sz="2400" dirty="0">
                <a:latin typeface="Times New Roman" panose="02020603050405020304" pitchFamily="18" charset="0"/>
                <a:cs typeface="Times New Roman" panose="02020603050405020304" pitchFamily="18" charset="0"/>
              </a:rPr>
              <a:t>Literature Survey </a:t>
            </a:r>
          </a:p>
          <a:p>
            <a:r>
              <a:rPr lang="en-IN" sz="2400" dirty="0">
                <a:latin typeface="Times New Roman" panose="02020603050405020304" pitchFamily="18" charset="0"/>
                <a:cs typeface="Times New Roman" panose="02020603050405020304" pitchFamily="18" charset="0"/>
              </a:rPr>
              <a:t>Existing Methods</a:t>
            </a:r>
          </a:p>
          <a:p>
            <a:r>
              <a:rPr lang="en-IN" sz="2400" dirty="0">
                <a:latin typeface="Times New Roman" panose="02020603050405020304" pitchFamily="18" charset="0"/>
                <a:cs typeface="Times New Roman" panose="02020603050405020304" pitchFamily="18" charset="0"/>
              </a:rPr>
              <a:t>Implementation of  Existing Method 1</a:t>
            </a:r>
          </a:p>
          <a:p>
            <a:r>
              <a:rPr lang="en-IN" sz="2400" dirty="0">
                <a:latin typeface="Times New Roman" panose="02020603050405020304" pitchFamily="18" charset="0"/>
                <a:cs typeface="Times New Roman" panose="02020603050405020304" pitchFamily="18" charset="0"/>
              </a:rPr>
              <a:t>Results and Discussion</a:t>
            </a:r>
          </a:p>
          <a:p>
            <a:r>
              <a:rPr lang="en-IN" sz="2400" dirty="0">
                <a:latin typeface="Times New Roman" panose="02020603050405020304" pitchFamily="18" charset="0"/>
                <a:cs typeface="Times New Roman" panose="02020603050405020304" pitchFamily="18" charset="0"/>
              </a:rPr>
              <a:t>References</a:t>
            </a:r>
          </a:p>
          <a:p>
            <a:pPr marL="0" indent="0">
              <a:buNone/>
            </a:pPr>
            <a:endParaRPr lang="en-IN" dirty="0"/>
          </a:p>
        </p:txBody>
      </p:sp>
    </p:spTree>
    <p:extLst>
      <p:ext uri="{BB962C8B-B14F-4D97-AF65-F5344CB8AC3E}">
        <p14:creationId xmlns:p14="http://schemas.microsoft.com/office/powerpoint/2010/main" val="2265626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F023A-DF1D-8B18-D22B-2A75BA74EB67}"/>
              </a:ext>
            </a:extLst>
          </p:cNvPr>
          <p:cNvSpPr>
            <a:spLocks noGrp="1"/>
          </p:cNvSpPr>
          <p:nvPr>
            <p:ph type="title"/>
          </p:nvPr>
        </p:nvSpPr>
        <p:spPr>
          <a:xfrm>
            <a:off x="2024743" y="624110"/>
            <a:ext cx="9479869" cy="830117"/>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74FD084-C691-D248-15D8-416F3C83FF41}"/>
              </a:ext>
            </a:extLst>
          </p:cNvPr>
          <p:cNvSpPr>
            <a:spLocks noGrp="1"/>
          </p:cNvSpPr>
          <p:nvPr>
            <p:ph idx="1"/>
          </p:nvPr>
        </p:nvSpPr>
        <p:spPr>
          <a:xfrm>
            <a:off x="2024743" y="1632857"/>
            <a:ext cx="9479869" cy="427836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Reversible Data Hiding in Encrypted Images (RDHEI) allows embedding secret data into encrypted images while ensuring lossless recovery of both the original image and the hidden data. However, existing methods suffer from limited embedding capacity, data extraction errors, and inefficient space utilization. To address these issues, a Multi-MSB Prediction and Huffman Coding-based RDHEI method is proposed, which enhances embedding capacity and guarantees error-free data extraction and image recovery.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97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3CAC-7401-21FF-6E48-0968CA665D20}"/>
              </a:ext>
            </a:extLst>
          </p:cNvPr>
          <p:cNvSpPr>
            <a:spLocks noGrp="1"/>
          </p:cNvSpPr>
          <p:nvPr>
            <p:ph type="title"/>
          </p:nvPr>
        </p:nvSpPr>
        <p:spPr>
          <a:xfrm>
            <a:off x="2031819" y="624110"/>
            <a:ext cx="9472794" cy="711530"/>
          </a:xfrm>
        </p:spPr>
        <p:txBody>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7" name="Content Placeholder 6">
            <a:extLst>
              <a:ext uri="{FF2B5EF4-FFF2-40B4-BE49-F238E27FC236}">
                <a16:creationId xmlns:a16="http://schemas.microsoft.com/office/drawing/2014/main" id="{4A7751FD-0735-5005-5895-0273FC1269F0}"/>
              </a:ext>
            </a:extLst>
          </p:cNvPr>
          <p:cNvGraphicFramePr>
            <a:graphicFrameLocks noGrp="1"/>
          </p:cNvGraphicFramePr>
          <p:nvPr>
            <p:ph idx="1"/>
            <p:extLst>
              <p:ext uri="{D42A27DB-BD31-4B8C-83A1-F6EECF244321}">
                <p14:modId xmlns:p14="http://schemas.microsoft.com/office/powerpoint/2010/main" val="2101592973"/>
              </p:ext>
            </p:extLst>
          </p:nvPr>
        </p:nvGraphicFramePr>
        <p:xfrm>
          <a:off x="2031819" y="2159277"/>
          <a:ext cx="9280615" cy="3259864"/>
        </p:xfrm>
        <a:graphic>
          <a:graphicData uri="http://schemas.openxmlformats.org/drawingml/2006/table">
            <a:tbl>
              <a:tblPr firstRow="1" bandRow="1">
                <a:tableStyleId>{5C22544A-7EE6-4342-B048-85BDC9FD1C3A}</a:tableStyleId>
              </a:tblPr>
              <a:tblGrid>
                <a:gridCol w="1950718">
                  <a:extLst>
                    <a:ext uri="{9D8B030D-6E8A-4147-A177-3AD203B41FA5}">
                      <a16:colId xmlns:a16="http://schemas.microsoft.com/office/drawing/2014/main" val="1238626163"/>
                    </a:ext>
                  </a:extLst>
                </a:gridCol>
                <a:gridCol w="3672158">
                  <a:extLst>
                    <a:ext uri="{9D8B030D-6E8A-4147-A177-3AD203B41FA5}">
                      <a16:colId xmlns:a16="http://schemas.microsoft.com/office/drawing/2014/main" val="636017730"/>
                    </a:ext>
                  </a:extLst>
                </a:gridCol>
                <a:gridCol w="3657739">
                  <a:extLst>
                    <a:ext uri="{9D8B030D-6E8A-4147-A177-3AD203B41FA5}">
                      <a16:colId xmlns:a16="http://schemas.microsoft.com/office/drawing/2014/main" val="2473434736"/>
                    </a:ext>
                  </a:extLst>
                </a:gridCol>
              </a:tblGrid>
              <a:tr h="457417">
                <a:tc>
                  <a:txBody>
                    <a:bodyPr/>
                    <a:lstStyle/>
                    <a:p>
                      <a:r>
                        <a:rPr lang="en-IN" dirty="0"/>
                        <a:t>CONTEXT</a:t>
                      </a:r>
                    </a:p>
                  </a:txBody>
                  <a:tcPr/>
                </a:tc>
                <a:tc>
                  <a:txBody>
                    <a:bodyPr/>
                    <a:lstStyle/>
                    <a:p>
                      <a:r>
                        <a:rPr lang="en-IN" dirty="0"/>
                        <a:t>METHOD-1</a:t>
                      </a:r>
                    </a:p>
                  </a:txBody>
                  <a:tcPr/>
                </a:tc>
                <a:tc>
                  <a:txBody>
                    <a:bodyPr/>
                    <a:lstStyle/>
                    <a:p>
                      <a:r>
                        <a:rPr lang="en-IN" dirty="0"/>
                        <a:t>METHOD-2</a:t>
                      </a:r>
                    </a:p>
                  </a:txBody>
                  <a:tcPr/>
                </a:tc>
                <a:extLst>
                  <a:ext uri="{0D108BD9-81ED-4DB2-BD59-A6C34878D82A}">
                    <a16:rowId xmlns:a16="http://schemas.microsoft.com/office/drawing/2014/main" val="658236203"/>
                  </a:ext>
                </a:extLst>
              </a:tr>
              <a:tr h="1240411">
                <a:tc>
                  <a:txBody>
                    <a:bodyPr/>
                    <a:lstStyle/>
                    <a:p>
                      <a:r>
                        <a:rPr lang="en-IN" dirty="0">
                          <a:latin typeface="Times New Roman" panose="02020603050405020304" pitchFamily="18" charset="0"/>
                          <a:cs typeface="Times New Roman" panose="02020603050405020304" pitchFamily="18" charset="0"/>
                        </a:rPr>
                        <a:t>Name</a:t>
                      </a:r>
                    </a:p>
                  </a:txBody>
                  <a:tcPr/>
                </a:tc>
                <a:tc>
                  <a:txBody>
                    <a:bodyPr/>
                    <a:lstStyle/>
                    <a:p>
                      <a:pPr algn="just"/>
                      <a:r>
                        <a:rPr lang="en-US"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Separable and Reversible Data Hiding in Encrypted Images using Parametric Binary Tree Labeling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0632922"/>
                  </a:ext>
                </a:extLst>
              </a:tr>
              <a:tr h="698270">
                <a:tc>
                  <a:txBody>
                    <a:bodyPr/>
                    <a:lstStyle/>
                    <a:p>
                      <a:r>
                        <a:rPr lang="en-IN" dirty="0">
                          <a:latin typeface="Times New Roman" panose="02020603050405020304" pitchFamily="18" charset="0"/>
                          <a:cs typeface="Times New Roman" panose="02020603050405020304" pitchFamily="18" charset="0"/>
                        </a:rPr>
                        <a:t>Author</a:t>
                      </a:r>
                    </a:p>
                  </a:txBody>
                  <a:tcPr/>
                </a:tc>
                <a:tc>
                  <a:txBody>
                    <a:bodyPr/>
                    <a:lstStyle/>
                    <a:p>
                      <a:r>
                        <a:rPr lang="en-US" dirty="0">
                          <a:latin typeface="Times New Roman" panose="02020603050405020304" pitchFamily="18" charset="0"/>
                          <a:cs typeface="Times New Roman" panose="02020603050405020304" pitchFamily="18" charset="0"/>
                        </a:rPr>
                        <a:t>P. Puteaux &amp; W. Puech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 .Yi &amp; Y. Zhou</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9565012"/>
                  </a:ext>
                </a:extLst>
              </a:tr>
              <a:tr h="863766">
                <a:tc>
                  <a:txBody>
                    <a:bodyPr/>
                    <a:lstStyle/>
                    <a:p>
                      <a:r>
                        <a:rPr lang="en-IN" dirty="0">
                          <a:latin typeface="Times New Roman" panose="02020603050405020304" pitchFamily="18" charset="0"/>
                          <a:cs typeface="Times New Roman" panose="02020603050405020304" pitchFamily="18" charset="0"/>
                        </a:rPr>
                        <a:t>Uses</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Privacy protection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data communication</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Reversible data hiding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water marking</a:t>
                      </a:r>
                    </a:p>
                  </a:txBody>
                  <a:tcPr/>
                </a:tc>
                <a:extLst>
                  <a:ext uri="{0D108BD9-81ED-4DB2-BD59-A6C34878D82A}">
                    <a16:rowId xmlns:a16="http://schemas.microsoft.com/office/drawing/2014/main" val="3092888860"/>
                  </a:ext>
                </a:extLst>
              </a:tr>
            </a:tbl>
          </a:graphicData>
        </a:graphic>
      </p:graphicFrame>
    </p:spTree>
    <p:extLst>
      <p:ext uri="{BB962C8B-B14F-4D97-AF65-F5344CB8AC3E}">
        <p14:creationId xmlns:p14="http://schemas.microsoft.com/office/powerpoint/2010/main" val="104204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FD0EA-0FDE-466C-835B-5E16F197462B}"/>
              </a:ext>
            </a:extLst>
          </p:cNvPr>
          <p:cNvSpPr>
            <a:spLocks noGrp="1"/>
          </p:cNvSpPr>
          <p:nvPr>
            <p:ph type="title"/>
          </p:nvPr>
        </p:nvSpPr>
        <p:spPr>
          <a:xfrm>
            <a:off x="2672545" y="888569"/>
            <a:ext cx="7287243" cy="1091568"/>
          </a:xfrm>
        </p:spPr>
        <p:txBody>
          <a:bodyPr>
            <a:normAutofit/>
          </a:bodyPr>
          <a:lstStyle/>
          <a:p>
            <a:r>
              <a:rPr lang="en-US" sz="4000" b="1" dirty="0">
                <a:latin typeface="Times New Roman" panose="02020603050405020304" pitchFamily="18" charset="0"/>
                <a:cs typeface="Times New Roman" panose="02020603050405020304" pitchFamily="18" charset="0"/>
              </a:rPr>
              <a:t>EXISTING METHODS </a:t>
            </a:r>
            <a:endParaRPr lang="en-GB"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A48BC5-37C3-4384-ABE4-96D608A4423A}"/>
              </a:ext>
            </a:extLst>
          </p:cNvPr>
          <p:cNvSpPr>
            <a:spLocks noGrp="1"/>
          </p:cNvSpPr>
          <p:nvPr>
            <p:ph idx="1"/>
          </p:nvPr>
        </p:nvSpPr>
        <p:spPr>
          <a:xfrm>
            <a:off x="1144588" y="2338725"/>
            <a:ext cx="11047412" cy="3630706"/>
          </a:xfrm>
        </p:spPr>
        <p:txBody>
          <a:bodyPr>
            <a:normAutofit/>
          </a:bodyPr>
          <a:lstStyle/>
          <a:p>
            <a:r>
              <a:rPr lang="en-US" sz="2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p>
          <a:p>
            <a:r>
              <a:rPr lang="en-US" sz="2400" b="1" dirty="0">
                <a:solidFill>
                  <a:srgbClr val="002060"/>
                </a:solidFill>
                <a:latin typeface="Times New Roman" panose="02020603050405020304" pitchFamily="18" charset="0"/>
                <a:cs typeface="Times New Roman" panose="02020603050405020304" pitchFamily="18" charset="0"/>
              </a:rPr>
              <a:t>PARAMETRIC BINARY TREE LABELING- (RDHEI)</a:t>
            </a:r>
            <a:endParaRPr lang="en-IN"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6945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76A99-BC5F-E696-A870-A7BE0216E1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0D16CF-E6B5-38CE-BE3D-4BDBC729FB59}"/>
              </a:ext>
            </a:extLst>
          </p:cNvPr>
          <p:cNvSpPr>
            <a:spLocks noGrp="1"/>
          </p:cNvSpPr>
          <p:nvPr>
            <p:ph type="title"/>
          </p:nvPr>
        </p:nvSpPr>
        <p:spPr>
          <a:xfrm>
            <a:off x="1895302" y="2822281"/>
            <a:ext cx="9360131" cy="1213437"/>
          </a:xfrm>
        </p:spPr>
        <p:txBody>
          <a:bodyPr>
            <a:normAutofit fontScale="90000"/>
          </a:bodyPr>
          <a:lstStyle/>
          <a:p>
            <a:pPr algn="ctr"/>
            <a:r>
              <a:rPr lang="en-US" sz="40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p>
        </p:txBody>
      </p:sp>
      <p:sp>
        <p:nvSpPr>
          <p:cNvPr id="2" name="Rectangle 1">
            <a:extLst>
              <a:ext uri="{FF2B5EF4-FFF2-40B4-BE49-F238E27FC236}">
                <a16:creationId xmlns:a16="http://schemas.microsoft.com/office/drawing/2014/main" id="{D9D93D02-CAA6-3779-D6A0-6E6EF1AFD606}"/>
              </a:ext>
            </a:extLst>
          </p:cNvPr>
          <p:cNvSpPr/>
          <p:nvPr/>
        </p:nvSpPr>
        <p:spPr>
          <a:xfrm>
            <a:off x="2094754" y="1682301"/>
            <a:ext cx="8408894" cy="1015663"/>
          </a:xfrm>
          <a:prstGeom prst="rect">
            <a:avLst/>
          </a:prstGeom>
        </p:spPr>
        <p:txBody>
          <a:bodyPr wrap="square">
            <a:spAutoFit/>
          </a:bodyPr>
          <a:lstStyle/>
          <a:p>
            <a:r>
              <a:rPr lang="en-IN" sz="6000" b="1" dirty="0">
                <a:solidFill>
                  <a:srgbClr val="FF0000"/>
                </a:solidFill>
                <a:latin typeface="Times New Roman" panose="02020603050405020304" pitchFamily="18" charset="0"/>
                <a:cs typeface="Times New Roman" panose="02020603050405020304" pitchFamily="18" charset="0"/>
              </a:rPr>
              <a:t>EXISTING METHOD 	1</a:t>
            </a:r>
            <a:endParaRPr lang="en-GB" sz="6000" dirty="0"/>
          </a:p>
        </p:txBody>
      </p:sp>
    </p:spTree>
    <p:extLst>
      <p:ext uri="{BB962C8B-B14F-4D97-AF65-F5344CB8AC3E}">
        <p14:creationId xmlns:p14="http://schemas.microsoft.com/office/powerpoint/2010/main" val="356872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EC09-BFB5-58A5-BFB2-7D82EF5046D1}"/>
              </a:ext>
            </a:extLst>
          </p:cNvPr>
          <p:cNvSpPr>
            <a:spLocks noGrp="1"/>
          </p:cNvSpPr>
          <p:nvPr>
            <p:ph type="title"/>
          </p:nvPr>
        </p:nvSpPr>
        <p:spPr>
          <a:xfrm>
            <a:off x="1760221" y="624110"/>
            <a:ext cx="9744392" cy="1612014"/>
          </a:xfrm>
        </p:spPr>
        <p:txBody>
          <a:bodyPr>
            <a:no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01. HIGH - CAPACITY REVERSIBLE DATA HIDING IN ENCRYPTED IMAGES</a:t>
            </a:r>
            <a:endParaRPr lang="en-IN" sz="3200" b="1" dirty="0"/>
          </a:p>
        </p:txBody>
      </p:sp>
      <p:sp>
        <p:nvSpPr>
          <p:cNvPr id="3" name="Content Placeholder 2">
            <a:extLst>
              <a:ext uri="{FF2B5EF4-FFF2-40B4-BE49-F238E27FC236}">
                <a16:creationId xmlns:a16="http://schemas.microsoft.com/office/drawing/2014/main" id="{4346269C-B39F-611D-39E5-92BD6008A860}"/>
              </a:ext>
            </a:extLst>
          </p:cNvPr>
          <p:cNvSpPr>
            <a:spLocks noGrp="1"/>
          </p:cNvSpPr>
          <p:nvPr>
            <p:ph idx="1"/>
          </p:nvPr>
        </p:nvSpPr>
        <p:spPr>
          <a:xfrm>
            <a:off x="1760221" y="2722418"/>
            <a:ext cx="9744392" cy="2562232"/>
          </a:xfrm>
        </p:spPr>
        <p:txBody>
          <a:bodyPr>
            <a:normAutofit/>
          </a:bodyPr>
          <a:lstStyle/>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Algorithm</a:t>
            </a:r>
          </a:p>
          <a:p>
            <a:r>
              <a:rPr lang="en-IN" sz="2400" dirty="0">
                <a:latin typeface="Times New Roman" panose="02020603050405020304" pitchFamily="18" charset="0"/>
                <a:cs typeface="Times New Roman" panose="02020603050405020304" pitchFamily="18" charset="0"/>
              </a:rPr>
              <a:t>Pros</a:t>
            </a:r>
          </a:p>
          <a:p>
            <a:r>
              <a:rPr lang="en-IN" sz="2400" dirty="0">
                <a:latin typeface="Times New Roman" panose="02020603050405020304" pitchFamily="18" charset="0"/>
                <a:cs typeface="Times New Roman" panose="02020603050405020304" pitchFamily="18" charset="0"/>
              </a:rPr>
              <a:t>Cons</a:t>
            </a:r>
          </a:p>
        </p:txBody>
      </p:sp>
      <p:sp>
        <p:nvSpPr>
          <p:cNvPr id="4" name="Rectangle 3">
            <a:extLst>
              <a:ext uri="{FF2B5EF4-FFF2-40B4-BE49-F238E27FC236}">
                <a16:creationId xmlns:a16="http://schemas.microsoft.com/office/drawing/2014/main" id="{DD55BE53-CD9B-4A8A-8805-51375A204B9C}"/>
              </a:ext>
            </a:extLst>
          </p:cNvPr>
          <p:cNvSpPr/>
          <p:nvPr/>
        </p:nvSpPr>
        <p:spPr>
          <a:xfrm>
            <a:off x="4798209" y="137816"/>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3388905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D850D-72C0-E8D5-5EBB-3065CB63BBB7}"/>
              </a:ext>
            </a:extLst>
          </p:cNvPr>
          <p:cNvSpPr>
            <a:spLocks noGrp="1"/>
          </p:cNvSpPr>
          <p:nvPr>
            <p:ph type="title"/>
          </p:nvPr>
        </p:nvSpPr>
        <p:spPr>
          <a:xfrm>
            <a:off x="1665515" y="624110"/>
            <a:ext cx="9839098" cy="714833"/>
          </a:xfrm>
        </p:spPr>
        <p:txBody>
          <a:bodyPr/>
          <a:lstStyle/>
          <a:p>
            <a:r>
              <a:rPr lang="en-IN" b="1">
                <a:solidFill>
                  <a:srgbClr val="0070C0"/>
                </a:solidFill>
                <a:latin typeface="Times New Roman" panose="02020603050405020304" pitchFamily="18" charset="0"/>
                <a:cs typeface="Times New Roman" panose="02020603050405020304" pitchFamily="18" charset="0"/>
              </a:rPr>
              <a:t>BLOCK DIAGRAM</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3A4AA23-BA6D-4662-9AFD-BA1A26F22AE7}"/>
              </a:ext>
            </a:extLst>
          </p:cNvPr>
          <p:cNvSpPr/>
          <p:nvPr/>
        </p:nvSpPr>
        <p:spPr>
          <a:xfrm>
            <a:off x="251012" y="34643"/>
            <a:ext cx="2597674"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
        <p:nvSpPr>
          <p:cNvPr id="4" name="Rectangle 3">
            <a:extLst>
              <a:ext uri="{FF2B5EF4-FFF2-40B4-BE49-F238E27FC236}">
                <a16:creationId xmlns:a16="http://schemas.microsoft.com/office/drawing/2014/main" id="{02EC7C3D-DB49-4B36-832E-2ABD5A89D942}"/>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6" name="Content Placeholder 5">
            <a:extLst>
              <a:ext uri="{FF2B5EF4-FFF2-40B4-BE49-F238E27FC236}">
                <a16:creationId xmlns:a16="http://schemas.microsoft.com/office/drawing/2014/main" id="{66C89775-2E52-8ABC-11B2-D6C39CDBD12A}"/>
              </a:ext>
            </a:extLst>
          </p:cNvPr>
          <p:cNvSpPr>
            <a:spLocks noGrp="1"/>
          </p:cNvSpPr>
          <p:nvPr>
            <p:ph idx="1"/>
          </p:nvPr>
        </p:nvSpPr>
        <p:spPr>
          <a:xfrm>
            <a:off x="579118" y="1338943"/>
            <a:ext cx="11033763" cy="5286301"/>
          </a:xfrm>
        </p:spPr>
        <p:txBody>
          <a:bodyPr/>
          <a:lstStyle/>
          <a:p>
            <a:endParaRPr lang="en-IN" dirty="0"/>
          </a:p>
        </p:txBody>
      </p:sp>
      <p:pic>
        <p:nvPicPr>
          <p:cNvPr id="9" name="Picture 8">
            <a:extLst>
              <a:ext uri="{FF2B5EF4-FFF2-40B4-BE49-F238E27FC236}">
                <a16:creationId xmlns:a16="http://schemas.microsoft.com/office/drawing/2014/main" id="{2C479D35-E291-2DFA-6493-9E0BCF7CB36D}"/>
              </a:ext>
            </a:extLst>
          </p:cNvPr>
          <p:cNvPicPr>
            <a:picLocks noChangeAspect="1"/>
          </p:cNvPicPr>
          <p:nvPr/>
        </p:nvPicPr>
        <p:blipFill>
          <a:blip r:embed="rId2"/>
          <a:stretch>
            <a:fillRect/>
          </a:stretch>
        </p:blipFill>
        <p:spPr>
          <a:xfrm>
            <a:off x="579118" y="1339004"/>
            <a:ext cx="11033763" cy="5286240"/>
          </a:xfrm>
          <a:prstGeom prst="rect">
            <a:avLst/>
          </a:prstGeom>
        </p:spPr>
      </p:pic>
    </p:spTree>
    <p:extLst>
      <p:ext uri="{BB962C8B-B14F-4D97-AF65-F5344CB8AC3E}">
        <p14:creationId xmlns:p14="http://schemas.microsoft.com/office/powerpoint/2010/main" val="4291260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E00D-D281-6A69-696E-50625187AD21}"/>
              </a:ext>
            </a:extLst>
          </p:cNvPr>
          <p:cNvSpPr>
            <a:spLocks noGrp="1"/>
          </p:cNvSpPr>
          <p:nvPr>
            <p:ph type="title"/>
          </p:nvPr>
        </p:nvSpPr>
        <p:spPr>
          <a:xfrm>
            <a:off x="2592925" y="624110"/>
            <a:ext cx="8911687" cy="649519"/>
          </a:xfrm>
        </p:spPr>
        <p:txBody>
          <a:bodyPr/>
          <a:lstStyle/>
          <a:p>
            <a:r>
              <a:rPr lang="en-US" b="1" dirty="0">
                <a:solidFill>
                  <a:srgbClr val="0070C0"/>
                </a:solidFill>
                <a:latin typeface="Times New Roman" panose="02020603050405020304" pitchFamily="18" charset="0"/>
                <a:cs typeface="Times New Roman" panose="02020603050405020304" pitchFamily="18" charset="0"/>
              </a:rPr>
              <a:t>ALGORITHM</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B6F0B8-396A-675E-8293-5ACE773B5898}"/>
              </a:ext>
            </a:extLst>
          </p:cNvPr>
          <p:cNvSpPr>
            <a:spLocks noGrp="1"/>
          </p:cNvSpPr>
          <p:nvPr>
            <p:ph idx="1"/>
          </p:nvPr>
        </p:nvSpPr>
        <p:spPr>
          <a:xfrm>
            <a:off x="2286000" y="1454727"/>
            <a:ext cx="9109755" cy="4630667"/>
          </a:xfrm>
        </p:spPr>
        <p:txBody>
          <a:bodyPr>
            <a:normAutofit lnSpcReduction="10000"/>
          </a:bodyPr>
          <a:lstStyle/>
          <a:p>
            <a:pPr marL="0" indent="0">
              <a:buNone/>
            </a:pPr>
            <a:r>
              <a:rPr lang="en-IN" sz="2000" b="1" dirty="0">
                <a:latin typeface="Times New Roman" panose="02020603050405020304" pitchFamily="18" charset="0"/>
                <a:cs typeface="Times New Roman" panose="02020603050405020304" pitchFamily="18" charset="0"/>
              </a:rPr>
              <a:t>Input : Original Image I , Encryption key Ke , Data hiding key Kw , Secret Message</a:t>
            </a:r>
          </a:p>
          <a:p>
            <a:r>
              <a:rPr lang="en-IN" b="1" u="sng" dirty="0">
                <a:latin typeface="Times New Roman" panose="02020603050405020304" pitchFamily="18" charset="0"/>
                <a:cs typeface="Times New Roman" panose="02020603050405020304" pitchFamily="18" charset="0"/>
              </a:rPr>
              <a:t>01.Prediction error detection</a:t>
            </a:r>
          </a:p>
          <a:p>
            <a:pPr marL="0" indent="0">
              <a:spcBef>
                <a:spcPts val="0"/>
              </a:spcBef>
              <a:buNone/>
            </a:pPr>
            <a:r>
              <a:rPr lang="en-IN" b="1" dirty="0">
                <a:latin typeface="Times New Roman" panose="02020603050405020304" pitchFamily="18" charset="0"/>
                <a:cs typeface="Times New Roman" panose="02020603050405020304" pitchFamily="18" charset="0"/>
              </a:rPr>
              <a:t>for i ← 1 to m do</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for j ← 1 to n do</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if i = 1 or j = 1 then</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Special processing for boundary pixels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else</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pred (i, j) ← (p (i-1, j) + p (i, j-1)) / 2</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end if</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Δ ← |pred (i, j) – p (i, j) |</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Δinv ← |pred (i, j) - ((p (i, j) + 128) mod 256) |</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if Δ ≥ Δinv then</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Mark p (i, j) as a prediction error in binary map</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end if</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end for</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end for</a:t>
            </a:r>
            <a:endParaRPr lang="en-GB" b="1" dirty="0">
              <a:latin typeface="Times New Roman" panose="02020603050405020304" pitchFamily="18"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CC259BB9-CD87-477A-B33A-2B02452F956B}"/>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
        <p:nvSpPr>
          <p:cNvPr id="6" name="Rectangle 5">
            <a:extLst>
              <a:ext uri="{FF2B5EF4-FFF2-40B4-BE49-F238E27FC236}">
                <a16:creationId xmlns:a16="http://schemas.microsoft.com/office/drawing/2014/main" id="{5D2C52F3-2B71-4D61-B92B-84DD85A440B1}"/>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Tree>
    <p:extLst>
      <p:ext uri="{BB962C8B-B14F-4D97-AF65-F5344CB8AC3E}">
        <p14:creationId xmlns:p14="http://schemas.microsoft.com/office/powerpoint/2010/main" val="1238515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589C4-372E-40FE-A7F9-D39971C1AE02}"/>
              </a:ext>
            </a:extLst>
          </p:cNvPr>
          <p:cNvSpPr>
            <a:spLocks noGrp="1"/>
          </p:cNvSpPr>
          <p:nvPr>
            <p:ph idx="1"/>
          </p:nvPr>
        </p:nvSpPr>
        <p:spPr>
          <a:xfrm>
            <a:off x="2079172" y="587830"/>
            <a:ext cx="9440384" cy="5976256"/>
          </a:xfrm>
        </p:spPr>
        <p:txBody>
          <a:bodyPr>
            <a:normAutofit fontScale="92500" lnSpcReduction="10000"/>
          </a:bodyPr>
          <a:lstStyle/>
          <a:p>
            <a:r>
              <a:rPr lang="en-IN" sz="1900" b="1" u="sng" dirty="0">
                <a:latin typeface="Times New Roman" panose="02020603050405020304" pitchFamily="18" charset="0"/>
                <a:cs typeface="Times New Roman" panose="02020603050405020304" pitchFamily="18" charset="0"/>
              </a:rPr>
              <a:t>02.Image encryption</a:t>
            </a:r>
            <a:endParaRPr lang="en-GB" sz="1900" b="1" u="sng"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Generate pseudo-random sequence s (i, j) using chaotic map with K_e</a:t>
            </a:r>
          </a:p>
          <a:p>
            <a:pPr marL="0" indent="0">
              <a:spcBef>
                <a:spcPts val="0"/>
              </a:spcBef>
              <a:buNone/>
            </a:pPr>
            <a:r>
              <a:rPr lang="en-IN" sz="1900" b="1" dirty="0">
                <a:latin typeface="Times New Roman" panose="02020603050405020304" pitchFamily="18" charset="0"/>
                <a:cs typeface="Times New Roman" panose="02020603050405020304" pitchFamily="18" charset="0"/>
              </a:rPr>
              <a:t>for i ← 1 to m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for j ← 1 to n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pe (i, j) ← p (i, j) XOR s (i, j)</a:t>
            </a:r>
          </a:p>
          <a:p>
            <a:pPr marL="0" indent="0">
              <a:spcBef>
                <a:spcPts val="0"/>
              </a:spcBef>
              <a:buNone/>
            </a:pPr>
            <a:r>
              <a:rPr lang="en-IN" sz="1900" b="1" dirty="0">
                <a:latin typeface="Times New Roman" panose="02020603050405020304" pitchFamily="18" charset="0"/>
                <a:cs typeface="Times New Roman" panose="02020603050405020304" pitchFamily="18" charset="0"/>
              </a:rPr>
              <a:t>    end for</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end for</a:t>
            </a:r>
          </a:p>
          <a:p>
            <a:pPr marL="0" indent="0">
              <a:spcBef>
                <a:spcPts val="0"/>
              </a:spcBef>
              <a:buNone/>
            </a:pPr>
            <a:endParaRPr lang="en-GB" sz="1900" b="1"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03.</a:t>
            </a:r>
            <a:r>
              <a:rPr lang="en-IN" sz="1900" b="1" u="sng" dirty="0">
                <a:latin typeface="Times New Roman" panose="02020603050405020304" pitchFamily="18" charset="0"/>
                <a:cs typeface="Times New Roman" panose="02020603050405020304" pitchFamily="18" charset="0"/>
              </a:rPr>
              <a:t>Embedding prediction error information</a:t>
            </a:r>
          </a:p>
          <a:p>
            <a:pPr marL="0" indent="0">
              <a:spcBef>
                <a:spcPts val="0"/>
              </a:spcBef>
              <a:buNone/>
            </a:pPr>
            <a:r>
              <a:rPr lang="en-IN" sz="1900" b="1" dirty="0">
                <a:latin typeface="Times New Roman" panose="02020603050405020304" pitchFamily="18" charset="0"/>
                <a:cs typeface="Times New Roman" panose="02020603050405020304" pitchFamily="18" charset="0"/>
              </a:rPr>
              <a:t>Divide pe into blocks of size 8 pixels</a:t>
            </a:r>
          </a:p>
          <a:p>
            <a:pPr marL="0" indent="0">
              <a:spcBef>
                <a:spcPts val="0"/>
              </a:spcBef>
              <a:buNone/>
            </a:pPr>
            <a:r>
              <a:rPr lang="en-IN" sz="1900" b="1" dirty="0">
                <a:latin typeface="Times New Roman" panose="02020603050405020304" pitchFamily="18" charset="0"/>
                <a:cs typeface="Times New Roman" panose="02020603050405020304" pitchFamily="18" charset="0"/>
              </a:rPr>
              <a:t>for each block B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if block contains prediction errors then</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Add flags to preceding and succeeding blocks</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for each pixel in B do</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if pixel is a prediction error then</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Replace MSB with 1</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else</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Replace MSB with 0</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end if</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end for</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    end if</a:t>
            </a:r>
            <a:endParaRPr lang="en-GB" sz="1900" b="1" dirty="0">
              <a:latin typeface="Times New Roman" panose="02020603050405020304" pitchFamily="18" charset="0"/>
              <a:cs typeface="Times New Roman" panose="02020603050405020304" pitchFamily="18" charset="0"/>
            </a:endParaRPr>
          </a:p>
          <a:p>
            <a:pPr marL="0" indent="0">
              <a:spcBef>
                <a:spcPts val="0"/>
              </a:spcBef>
              <a:buNone/>
            </a:pPr>
            <a:r>
              <a:rPr lang="en-IN" sz="1900" b="1" dirty="0">
                <a:latin typeface="Times New Roman" panose="02020603050405020304" pitchFamily="18" charset="0"/>
                <a:cs typeface="Times New Roman" panose="02020603050405020304" pitchFamily="18" charset="0"/>
              </a:rPr>
              <a:t>end for</a:t>
            </a:r>
            <a:endParaRPr lang="en-GB" sz="19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5C14635E-9D73-4AD4-83F7-E1FD47C3B8BC}"/>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6F10CD48-66DA-4AC1-9046-9D2C18BC71DC}"/>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3599686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AB888-DE91-45FA-9366-090CD15E9457}"/>
              </a:ext>
            </a:extLst>
          </p:cNvPr>
          <p:cNvSpPr>
            <a:spLocks noGrp="1"/>
          </p:cNvSpPr>
          <p:nvPr>
            <p:ph idx="1"/>
          </p:nvPr>
        </p:nvSpPr>
        <p:spPr>
          <a:xfrm>
            <a:off x="2549932" y="1382486"/>
            <a:ext cx="8509954" cy="3886200"/>
          </a:xfrm>
        </p:spPr>
        <p:txBody>
          <a:bodyPr>
            <a:normAutofit/>
          </a:bodyPr>
          <a:lstStyle/>
          <a:p>
            <a:pPr>
              <a:spcBef>
                <a:spcPts val="0"/>
              </a:spcBef>
            </a:pPr>
            <a:r>
              <a:rPr lang="en-IN" b="1" u="sng" dirty="0">
                <a:latin typeface="Times New Roman" panose="02020603050405020304" pitchFamily="18" charset="0"/>
                <a:cs typeface="Times New Roman" panose="02020603050405020304" pitchFamily="18" charset="0"/>
              </a:rPr>
              <a:t>04.Data Hiding</a:t>
            </a:r>
            <a:endParaRPr lang="en-GB" b="1" u="sng" dirty="0">
              <a:latin typeface="Times New Roman" panose="02020603050405020304" pitchFamily="18" charset="0"/>
              <a:cs typeface="Times New Roman" panose="02020603050405020304" pitchFamily="18" charset="0"/>
            </a:endParaRPr>
          </a:p>
          <a:p>
            <a:pPr marL="0" indent="0">
              <a:spcBef>
                <a:spcPts val="0"/>
              </a:spcBef>
              <a:buNone/>
            </a:pPr>
            <a:r>
              <a:rPr lang="en-US" b="1" dirty="0">
                <a:latin typeface="Times New Roman" panose="02020603050405020304" pitchFamily="18" charset="0"/>
                <a:cs typeface="Times New Roman" panose="02020603050405020304" pitchFamily="18" charset="0"/>
              </a:rPr>
              <a:t>for each block B in encrypted_image do</a:t>
            </a:r>
          </a:p>
          <a:p>
            <a:pPr marL="0" indent="0">
              <a:spcBef>
                <a:spcPts val="0"/>
              </a:spcBef>
              <a:buNone/>
            </a:pPr>
            <a:r>
              <a:rPr lang="en-US" b="1" dirty="0">
                <a:latin typeface="Times New Roman" panose="02020603050405020304" pitchFamily="18" charset="0"/>
                <a:cs typeface="Times New Roman" panose="02020603050405020304" pitchFamily="18" charset="0"/>
              </a:rPr>
              <a:t>    if B is not flagged or contains prediction errors then</a:t>
            </a:r>
          </a:p>
          <a:p>
            <a:pPr marL="0" indent="0">
              <a:spcBef>
                <a:spcPts val="0"/>
              </a:spcBef>
              <a:buNone/>
            </a:pPr>
            <a:r>
              <a:rPr lang="en-US" b="1" dirty="0">
                <a:latin typeface="Times New Roman" panose="02020603050405020304" pitchFamily="18" charset="0"/>
                <a:cs typeface="Times New Roman" panose="02020603050405020304" pitchFamily="18" charset="0"/>
              </a:rPr>
              <a:t>        for each pixel (i, j) in B do</a:t>
            </a:r>
          </a:p>
          <a:p>
            <a:pPr marL="0" indent="0">
              <a:spcBef>
                <a:spcPts val="0"/>
              </a:spcBef>
              <a:buNone/>
            </a:pPr>
            <a:r>
              <a:rPr lang="en-US" b="1" dirty="0">
                <a:latin typeface="Times New Roman" panose="02020603050405020304" pitchFamily="18" charset="0"/>
                <a:cs typeface="Times New Roman" panose="02020603050405020304" pitchFamily="18" charset="0"/>
              </a:rPr>
              <a:t>            pew(i, j) = bk × 128 + (pe(i, j) mod 128)</a:t>
            </a:r>
          </a:p>
          <a:p>
            <a:pPr marL="0" indent="0">
              <a:spcBef>
                <a:spcPts val="0"/>
              </a:spcBef>
              <a:buNone/>
            </a:pPr>
            <a:r>
              <a:rPr lang="en-US" b="1" dirty="0">
                <a:latin typeface="Times New Roman" panose="02020603050405020304" pitchFamily="18" charset="0"/>
                <a:cs typeface="Times New Roman" panose="02020603050405020304" pitchFamily="18" charset="0"/>
              </a:rPr>
              <a:t>        end for</a:t>
            </a:r>
          </a:p>
          <a:p>
            <a:pPr marL="0" indent="0">
              <a:spcBef>
                <a:spcPts val="0"/>
              </a:spcBef>
              <a:buNone/>
            </a:pPr>
            <a:r>
              <a:rPr lang="en-US" b="1" dirty="0">
                <a:latin typeface="Times New Roman" panose="02020603050405020304" pitchFamily="18" charset="0"/>
                <a:cs typeface="Times New Roman" panose="02020603050405020304" pitchFamily="18" charset="0"/>
              </a:rPr>
              <a:t>    end if</a:t>
            </a:r>
          </a:p>
          <a:p>
            <a:pPr marL="0" indent="0">
              <a:spcBef>
                <a:spcPts val="0"/>
              </a:spcBef>
              <a:buNone/>
            </a:pPr>
            <a:r>
              <a:rPr lang="en-US" b="1" dirty="0">
                <a:latin typeface="Times New Roman" panose="02020603050405020304" pitchFamily="18" charset="0"/>
                <a:cs typeface="Times New Roman" panose="02020603050405020304" pitchFamily="18" charset="0"/>
              </a:rPr>
              <a:t>end for</a:t>
            </a:r>
          </a:p>
          <a:p>
            <a:pPr marL="0" indent="0">
              <a:spcBef>
                <a:spcPts val="0"/>
              </a:spcBef>
              <a:buNone/>
            </a:pPr>
            <a:endParaRPr lang="en-IN" b="1" dirty="0">
              <a:latin typeface="Times New Roman" panose="02020603050405020304" pitchFamily="18" charset="0"/>
              <a:cs typeface="Times New Roman" panose="02020603050405020304" pitchFamily="18" charset="0"/>
            </a:endParaRPr>
          </a:p>
          <a:p>
            <a:pPr>
              <a:spcBef>
                <a:spcPts val="0"/>
              </a:spcBef>
            </a:pPr>
            <a:r>
              <a:rPr lang="en-IN" b="1" u="sng" dirty="0">
                <a:latin typeface="Times New Roman" panose="02020603050405020304" pitchFamily="18" charset="0"/>
                <a:cs typeface="Times New Roman" panose="02020603050405020304" pitchFamily="18" charset="0"/>
              </a:rPr>
              <a:t>05.(a)Data extraction</a:t>
            </a:r>
            <a:endParaRPr lang="en-GB" b="1" u="sng"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for each pixel pew (i, j) in Iew do</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    Extract MSB bit to retrieve message</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end for</a:t>
            </a:r>
          </a:p>
          <a:p>
            <a:pPr marL="0" indent="0">
              <a:buNone/>
            </a:pPr>
            <a:endParaRPr lang="en-GB" sz="2000" b="1" dirty="0"/>
          </a:p>
        </p:txBody>
      </p:sp>
      <p:sp>
        <p:nvSpPr>
          <p:cNvPr id="4" name="Rectangle 3">
            <a:extLst>
              <a:ext uri="{FF2B5EF4-FFF2-40B4-BE49-F238E27FC236}">
                <a16:creationId xmlns:a16="http://schemas.microsoft.com/office/drawing/2014/main" id="{7B482D75-5D03-43BB-ADCA-172785A2C665}"/>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1EEE5DAF-656D-4D01-B9DC-B7E62E694EF8}"/>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2647236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6DB35-57AB-DEA3-D8BB-AE2D0673824E}"/>
              </a:ext>
            </a:extLst>
          </p:cNvPr>
          <p:cNvSpPr>
            <a:spLocks noGrp="1"/>
          </p:cNvSpPr>
          <p:nvPr>
            <p:ph type="title"/>
          </p:nvPr>
        </p:nvSpPr>
        <p:spPr>
          <a:xfrm>
            <a:off x="2592924" y="914400"/>
            <a:ext cx="8911687" cy="4909457"/>
          </a:xfrm>
        </p:spPr>
        <p:txBody>
          <a:bodyPr>
            <a:normAutofit fontScale="90000"/>
          </a:bodyPr>
          <a:lstStyle/>
          <a:p>
            <a:pPr>
              <a:spcBef>
                <a:spcPts val="0"/>
              </a:spcBef>
            </a:pPr>
            <a:r>
              <a:rPr lang="en-IN" sz="2000" b="1" u="sng" dirty="0">
                <a:latin typeface="Times New Roman" panose="02020603050405020304" pitchFamily="18" charset="0"/>
                <a:cs typeface="Times New Roman" panose="02020603050405020304" pitchFamily="18" charset="0"/>
              </a:rPr>
              <a:t>05.(b)Image recovery</a:t>
            </a:r>
            <a:br>
              <a:rPr lang="en-GB" sz="2000" b="1" u="sng"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Generate pseudo-random sequence s (i, j) using K_e</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for each pixel pew (i, j) in Iew do</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Decrypt pixel: p'(i, j) ← pew (i, j) XOR s (i, j)</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Predict MSB using adjacent pixels:</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Δ0 ← |pred (i, j) - p'(i, j) MSB=0|</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Δ1 ← |pred (i, j) - p'(i, j) MSB=1|</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if Δ0 &lt; Δ1 then</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Assign p'(i, j) ← p'(i, j) MSB=0</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else</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Assign p'(i, j) ← p'(i, j) MSB=1</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    end if</a:t>
            </a:r>
            <a:br>
              <a:rPr lang="en-GB"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end for</a:t>
            </a:r>
            <a:br>
              <a:rPr lang="en-IN" sz="2000" b="1" dirty="0">
                <a:latin typeface="Times New Roman" panose="02020603050405020304" pitchFamily="18" charset="0"/>
                <a:cs typeface="Times New Roman" panose="02020603050405020304" pitchFamily="18" charset="0"/>
              </a:rPr>
            </a:br>
            <a:br>
              <a:rPr lang="en-GB" sz="2000" b="1" dirty="0">
                <a:latin typeface="Times New Roman" panose="02020603050405020304" pitchFamily="18" charset="0"/>
                <a:cs typeface="Times New Roman" panose="02020603050405020304" pitchFamily="18" charset="0"/>
              </a:rPr>
            </a:br>
            <a:r>
              <a:rPr lang="en-GB" sz="2000" b="1" dirty="0">
                <a:latin typeface="Times New Roman" panose="02020603050405020304" pitchFamily="18" charset="0"/>
                <a:cs typeface="Times New Roman" panose="02020603050405020304" pitchFamily="18" charset="0"/>
              </a:rPr>
              <a:t>Output: Recovered Image , Extracted Message</a:t>
            </a:r>
            <a:br>
              <a:rPr lang="en-GB" b="1" dirty="0">
                <a:latin typeface="Times New Roman" panose="02020603050405020304" pitchFamily="18" charset="0"/>
                <a:cs typeface="Times New Roman" panose="02020603050405020304" pitchFamily="18" charset="0"/>
              </a:rPr>
            </a:br>
            <a:endParaRPr lang="en-IN" dirty="0"/>
          </a:p>
        </p:txBody>
      </p:sp>
      <p:sp>
        <p:nvSpPr>
          <p:cNvPr id="3" name="Rectangle 2">
            <a:extLst>
              <a:ext uri="{FF2B5EF4-FFF2-40B4-BE49-F238E27FC236}">
                <a16:creationId xmlns:a16="http://schemas.microsoft.com/office/drawing/2014/main" id="{063045AF-647E-4A14-A1EA-EDD5D88F883B}"/>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4" name="Rectangle 3">
            <a:extLst>
              <a:ext uri="{FF2B5EF4-FFF2-40B4-BE49-F238E27FC236}">
                <a16:creationId xmlns:a16="http://schemas.microsoft.com/office/drawing/2014/main" id="{E8272485-1619-4391-8D90-2D18134105F2}"/>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809882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3CA9-DB90-233D-2E37-02D4176F63C4}"/>
              </a:ext>
            </a:extLst>
          </p:cNvPr>
          <p:cNvSpPr>
            <a:spLocks noGrp="1"/>
          </p:cNvSpPr>
          <p:nvPr>
            <p:ph type="title"/>
          </p:nvPr>
        </p:nvSpPr>
        <p:spPr>
          <a:xfrm>
            <a:off x="2207942" y="743852"/>
            <a:ext cx="9251269" cy="812805"/>
          </a:xfrm>
        </p:spPr>
        <p:txBody>
          <a:bodyPr/>
          <a:lstStyle/>
          <a:p>
            <a:r>
              <a:rPr lang="en-US" b="1" dirty="0">
                <a:solidFill>
                  <a:srgbClr val="0070C0"/>
                </a:solidFill>
                <a:latin typeface="Times New Roman" panose="02020603050405020304" pitchFamily="18" charset="0"/>
                <a:cs typeface="Times New Roman" panose="02020603050405020304" pitchFamily="18" charset="0"/>
              </a:rPr>
              <a:t>PROS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7D956A-41D0-E3D8-BEEC-3F9453888150}"/>
              </a:ext>
            </a:extLst>
          </p:cNvPr>
          <p:cNvSpPr>
            <a:spLocks noGrp="1"/>
          </p:cNvSpPr>
          <p:nvPr>
            <p:ph idx="1"/>
          </p:nvPr>
        </p:nvSpPr>
        <p:spPr>
          <a:xfrm>
            <a:off x="2166257" y="2133600"/>
            <a:ext cx="9334641" cy="2819401"/>
          </a:xfrm>
        </p:spPr>
        <p:txBody>
          <a:bodyPr>
            <a:normAutofit/>
          </a:bodyPr>
          <a:lstStyle/>
          <a:p>
            <a:pPr algn="just"/>
            <a:r>
              <a:rPr lang="en-US" sz="2400" b="1" dirty="0">
                <a:latin typeface="Times New Roman" panose="02020603050405020304" pitchFamily="18" charset="0"/>
                <a:ea typeface="Yu Gothic UI Light" panose="020B0300000000000000" pitchFamily="34" charset="-128"/>
                <a:cs typeface="Times New Roman" panose="02020603050405020304" pitchFamily="18" charset="0"/>
              </a:rPr>
              <a:t>Lossless Image Recovery: </a:t>
            </a:r>
            <a:r>
              <a:rPr lang="en-US" sz="2400" dirty="0">
                <a:latin typeface="Times New Roman" panose="02020603050405020304" pitchFamily="18" charset="0"/>
                <a:ea typeface="Yu Gothic UI Light" panose="020B0300000000000000" pitchFamily="34" charset="-128"/>
                <a:cs typeface="Times New Roman" panose="02020603050405020304" pitchFamily="18" charset="0"/>
              </a:rPr>
              <a:t>The original image can be perfectly restored without any quality loss, ensuring the integrity of the image.</a:t>
            </a:r>
          </a:p>
          <a:p>
            <a:pPr algn="just"/>
            <a:r>
              <a:rPr lang="en-US" sz="2400" b="1" dirty="0">
                <a:latin typeface="Times New Roman" panose="02020603050405020304" pitchFamily="18" charset="0"/>
                <a:ea typeface="Yu Gothic UI Light" panose="020B0300000000000000" pitchFamily="34" charset="-128"/>
                <a:cs typeface="Times New Roman" panose="02020603050405020304" pitchFamily="18" charset="0"/>
              </a:rPr>
              <a:t>High Embedding Capacity :</a:t>
            </a:r>
            <a:r>
              <a:rPr lang="en-US" sz="2400" dirty="0">
                <a:latin typeface="Times New Roman" panose="02020603050405020304" pitchFamily="18" charset="0"/>
                <a:ea typeface="Yu Gothic UI Light" panose="020B0300000000000000" pitchFamily="34" charset="-128"/>
                <a:cs typeface="Times New Roman" panose="02020603050405020304" pitchFamily="18" charset="0"/>
              </a:rPr>
              <a:t>The method enables higher data embedding capacity compared to traditional techniques, allowing more data to be hidden within the image without degrading its quality</a:t>
            </a:r>
            <a:endParaRPr lang="en-IN" sz="2400" dirty="0">
              <a:latin typeface="Times New Roman" panose="02020603050405020304" pitchFamily="18" charset="0"/>
              <a:ea typeface="Yu Gothic UI Light" panose="020B0300000000000000" pitchFamily="34" charset="-128"/>
              <a:cs typeface="Times New Roman" panose="02020603050405020304" pitchFamily="18" charset="0"/>
            </a:endParaRPr>
          </a:p>
        </p:txBody>
      </p:sp>
      <p:sp>
        <p:nvSpPr>
          <p:cNvPr id="4" name="Rectangle 3">
            <a:extLst>
              <a:ext uri="{FF2B5EF4-FFF2-40B4-BE49-F238E27FC236}">
                <a16:creationId xmlns:a16="http://schemas.microsoft.com/office/drawing/2014/main" id="{E3C5AC62-91AB-46FA-9A5D-16F49A6652B3}"/>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83BF898B-C2CC-4630-8B24-C4FD9210C622}"/>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394227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D18F-486E-7B31-C9AD-34F2364AF019}"/>
              </a:ext>
            </a:extLst>
          </p:cNvPr>
          <p:cNvSpPr>
            <a:spLocks noGrp="1"/>
          </p:cNvSpPr>
          <p:nvPr>
            <p:ph type="title"/>
          </p:nvPr>
        </p:nvSpPr>
        <p:spPr>
          <a:xfrm>
            <a:off x="2592925" y="624110"/>
            <a:ext cx="8911687" cy="899890"/>
          </a:xfrm>
        </p:spPr>
        <p:txBody>
          <a:bodyPr/>
          <a:lstStyle/>
          <a:p>
            <a:r>
              <a:rPr lang="en-US" b="1" dirty="0">
                <a:solidFill>
                  <a:srgbClr val="0070C0"/>
                </a:solidFill>
                <a:latin typeface="Times New Roman" panose="02020603050405020304" pitchFamily="18" charset="0"/>
                <a:cs typeface="Times New Roman" panose="02020603050405020304" pitchFamily="18" charset="0"/>
              </a:rPr>
              <a:t>CONS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225EAF-2565-2C4D-57E5-F491AD7D9A4A}"/>
              </a:ext>
            </a:extLst>
          </p:cNvPr>
          <p:cNvSpPr>
            <a:spLocks noGrp="1"/>
          </p:cNvSpPr>
          <p:nvPr>
            <p:ph idx="1"/>
          </p:nvPr>
        </p:nvSpPr>
        <p:spPr>
          <a:xfrm>
            <a:off x="2589212" y="1861457"/>
            <a:ext cx="8915400" cy="3320143"/>
          </a:xfrm>
        </p:spPr>
        <p:txBody>
          <a:bodyPr>
            <a:normAutofit/>
          </a:bodyPr>
          <a:lstStyle/>
          <a:p>
            <a:pPr algn="just"/>
            <a:r>
              <a:rPr lang="en-US" sz="2400" b="1" dirty="0">
                <a:latin typeface="Times New Roman" panose="02020603050405020304" pitchFamily="18" charset="0"/>
                <a:cs typeface="Times New Roman" panose="02020603050405020304" pitchFamily="18" charset="0"/>
              </a:rPr>
              <a:t>Key Dependency: </a:t>
            </a:r>
            <a:r>
              <a:rPr lang="en-US" sz="2400" dirty="0">
                <a:latin typeface="Times New Roman" panose="02020603050405020304" pitchFamily="18" charset="0"/>
                <a:cs typeface="Times New Roman" panose="02020603050405020304" pitchFamily="18" charset="0"/>
              </a:rPr>
              <a:t>Both the encryption key and data-hiding key are required for successful data extraction and image recovery, meaning that loss of either key renders the process impossible.</a:t>
            </a:r>
          </a:p>
          <a:p>
            <a:pPr algn="just"/>
            <a:r>
              <a:rPr lang="en-US" sz="2400" b="1" dirty="0">
                <a:latin typeface="Times New Roman" panose="02020603050405020304" pitchFamily="18" charset="0"/>
                <a:cs typeface="Times New Roman" panose="02020603050405020304" pitchFamily="18" charset="0"/>
              </a:rPr>
              <a:t>Complexity and Computational Overhead:</a:t>
            </a:r>
            <a:r>
              <a:rPr lang="en-US" sz="2400" dirty="0">
                <a:latin typeface="Times New Roman" panose="02020603050405020304" pitchFamily="18" charset="0"/>
                <a:cs typeface="Times New Roman" panose="02020603050405020304" pitchFamily="18" charset="0"/>
              </a:rPr>
              <a:t> The process involves multiple steps such as prediction error detection and encryption, which can be computationally expensive, especially for large images.</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738A1D8-06D1-4F71-9924-2566C328F09A}"/>
              </a:ext>
            </a:extLst>
          </p:cNvPr>
          <p:cNvSpPr/>
          <p:nvPr/>
        </p:nvSpPr>
        <p:spPr>
          <a:xfrm>
            <a:off x="5862917" y="-36946"/>
            <a:ext cx="6329083" cy="307777"/>
          </a:xfrm>
          <a:prstGeom prst="rect">
            <a:avLst/>
          </a:prstGeom>
        </p:spPr>
        <p:txBody>
          <a:bodyPr wrap="square">
            <a:spAutoFit/>
          </a:bodyPr>
          <a:lstStyle/>
          <a:p>
            <a:r>
              <a:rPr lang="en-US" sz="1400"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sz="1400" dirty="0"/>
          </a:p>
        </p:txBody>
      </p:sp>
      <p:sp>
        <p:nvSpPr>
          <p:cNvPr id="5" name="Rectangle 4">
            <a:extLst>
              <a:ext uri="{FF2B5EF4-FFF2-40B4-BE49-F238E27FC236}">
                <a16:creationId xmlns:a16="http://schemas.microsoft.com/office/drawing/2014/main" id="{60634A20-94E7-4B81-AEB4-F476AFAD46BA}"/>
              </a:ext>
            </a:extLst>
          </p:cNvPr>
          <p:cNvSpPr/>
          <p:nvPr/>
        </p:nvSpPr>
        <p:spPr>
          <a:xfrm>
            <a:off x="127598" y="0"/>
            <a:ext cx="2595582" cy="369332"/>
          </a:xfrm>
          <a:prstGeom prst="rect">
            <a:avLst/>
          </a:prstGeom>
        </p:spPr>
        <p:txBody>
          <a:bodyPr wrap="non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1</a:t>
            </a:r>
            <a:endParaRPr lang="en-GB" dirty="0"/>
          </a:p>
        </p:txBody>
      </p:sp>
    </p:spTree>
    <p:extLst>
      <p:ext uri="{BB962C8B-B14F-4D97-AF65-F5344CB8AC3E}">
        <p14:creationId xmlns:p14="http://schemas.microsoft.com/office/powerpoint/2010/main" val="2399714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36A9BB-BA8A-259F-47ED-4950E5619CDB}"/>
              </a:ext>
            </a:extLst>
          </p:cNvPr>
          <p:cNvSpPr>
            <a:spLocks noGrp="1"/>
          </p:cNvSpPr>
          <p:nvPr>
            <p:ph type="title"/>
          </p:nvPr>
        </p:nvSpPr>
        <p:spPr>
          <a:xfrm>
            <a:off x="1895302" y="2822281"/>
            <a:ext cx="9360131" cy="1213437"/>
          </a:xfrm>
        </p:spPr>
        <p:txBody>
          <a:bodyPr>
            <a:normAutofit fontScale="90000"/>
          </a:bodyPr>
          <a:lstStyle/>
          <a:p>
            <a:pPr algn="ctr"/>
            <a:r>
              <a:rPr lang="en-US" sz="4000" b="1" dirty="0">
                <a:solidFill>
                  <a:srgbClr val="002060"/>
                </a:solidFill>
                <a:latin typeface="Times New Roman" panose="02020603050405020304" pitchFamily="18" charset="0"/>
                <a:cs typeface="Times New Roman" panose="02020603050405020304" pitchFamily="18" charset="0"/>
              </a:rPr>
              <a:t>RDHEI USING </a:t>
            </a:r>
            <a:br>
              <a:rPr lang="en-US" sz="4000" b="1" dirty="0">
                <a:solidFill>
                  <a:srgbClr val="002060"/>
                </a:solidFill>
                <a:latin typeface="Times New Roman" panose="02020603050405020304" pitchFamily="18" charset="0"/>
                <a:cs typeface="Times New Roman" panose="02020603050405020304" pitchFamily="18" charset="0"/>
              </a:rPr>
            </a:br>
            <a:r>
              <a:rPr lang="en-US" sz="4000" b="1" dirty="0">
                <a:solidFill>
                  <a:srgbClr val="002060"/>
                </a:solidFill>
                <a:latin typeface="Times New Roman" panose="02020603050405020304" pitchFamily="18" charset="0"/>
                <a:cs typeface="Times New Roman" panose="02020603050405020304" pitchFamily="18" charset="0"/>
              </a:rPr>
              <a:t>PARAMETRIC BINARY TREE LABELING</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267051E-0DA3-4596-8244-7AFF0DD2C624}"/>
              </a:ext>
            </a:extLst>
          </p:cNvPr>
          <p:cNvSpPr/>
          <p:nvPr/>
        </p:nvSpPr>
        <p:spPr>
          <a:xfrm>
            <a:off x="2094754" y="1682301"/>
            <a:ext cx="8408894" cy="1015663"/>
          </a:xfrm>
          <a:prstGeom prst="rect">
            <a:avLst/>
          </a:prstGeom>
        </p:spPr>
        <p:txBody>
          <a:bodyPr wrap="square">
            <a:spAutoFit/>
          </a:bodyPr>
          <a:lstStyle/>
          <a:p>
            <a:r>
              <a:rPr lang="en-IN" sz="6000" b="1" dirty="0">
                <a:solidFill>
                  <a:srgbClr val="FF0000"/>
                </a:solidFill>
                <a:latin typeface="Times New Roman" panose="02020603050405020304" pitchFamily="18" charset="0"/>
                <a:cs typeface="Times New Roman" panose="02020603050405020304" pitchFamily="18" charset="0"/>
              </a:rPr>
              <a:t>EXISTING METHOD 2</a:t>
            </a:r>
            <a:endParaRPr lang="en-GB" sz="6000" dirty="0"/>
          </a:p>
        </p:txBody>
      </p:sp>
    </p:spTree>
    <p:extLst>
      <p:ext uri="{BB962C8B-B14F-4D97-AF65-F5344CB8AC3E}">
        <p14:creationId xmlns:p14="http://schemas.microsoft.com/office/powerpoint/2010/main" val="3244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CA01-F697-D413-5524-74D64E6238CA}"/>
              </a:ext>
            </a:extLst>
          </p:cNvPr>
          <p:cNvSpPr>
            <a:spLocks noGrp="1"/>
          </p:cNvSpPr>
          <p:nvPr>
            <p:ph type="title"/>
          </p:nvPr>
        </p:nvSpPr>
        <p:spPr>
          <a:xfrm>
            <a:off x="1796143" y="624109"/>
            <a:ext cx="9708469" cy="1578763"/>
          </a:xfrm>
        </p:spPr>
        <p:txBody>
          <a:bodyPr>
            <a:normAutofit/>
          </a:bodyPr>
          <a:lstStyle/>
          <a:p>
            <a:pPr algn="ctr"/>
            <a:r>
              <a:rPr lang="en-US" b="1" dirty="0">
                <a:solidFill>
                  <a:srgbClr val="002060"/>
                </a:solidFill>
                <a:latin typeface="Times New Roman" panose="02020603050405020304" pitchFamily="18" charset="0"/>
                <a:cs typeface="Times New Roman" panose="02020603050405020304" pitchFamily="18" charset="0"/>
              </a:rPr>
              <a:t>02.RDHEI USING PARAMETRIC BINARY TREE LABELING</a:t>
            </a:r>
            <a:endParaRPr lang="en-IN" dirty="0"/>
          </a:p>
        </p:txBody>
      </p:sp>
      <p:sp>
        <p:nvSpPr>
          <p:cNvPr id="3" name="Content Placeholder 2">
            <a:extLst>
              <a:ext uri="{FF2B5EF4-FFF2-40B4-BE49-F238E27FC236}">
                <a16:creationId xmlns:a16="http://schemas.microsoft.com/office/drawing/2014/main" id="{5810E587-BA93-A219-49B1-13822344042F}"/>
              </a:ext>
            </a:extLst>
          </p:cNvPr>
          <p:cNvSpPr>
            <a:spLocks noGrp="1"/>
          </p:cNvSpPr>
          <p:nvPr>
            <p:ph idx="1"/>
          </p:nvPr>
        </p:nvSpPr>
        <p:spPr>
          <a:xfrm>
            <a:off x="2044926" y="2079812"/>
            <a:ext cx="9210902" cy="2115671"/>
          </a:xfrm>
        </p:spPr>
        <p:txBody>
          <a:bodyPr>
            <a:normAutofit/>
          </a:bodyPr>
          <a:lstStyle/>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Algorithm</a:t>
            </a:r>
          </a:p>
          <a:p>
            <a:r>
              <a:rPr lang="en-IN" sz="2400" dirty="0">
                <a:latin typeface="Times New Roman" panose="02020603050405020304" pitchFamily="18" charset="0"/>
                <a:cs typeface="Times New Roman" panose="02020603050405020304" pitchFamily="18" charset="0"/>
              </a:rPr>
              <a:t>Pros</a:t>
            </a:r>
          </a:p>
          <a:p>
            <a:r>
              <a:rPr lang="en-IN" sz="2400" dirty="0">
                <a:latin typeface="Times New Roman" panose="02020603050405020304" pitchFamily="18" charset="0"/>
                <a:cs typeface="Times New Roman" panose="02020603050405020304" pitchFamily="18" charset="0"/>
              </a:rPr>
              <a:t>Cons</a:t>
            </a:r>
          </a:p>
        </p:txBody>
      </p:sp>
    </p:spTree>
    <p:extLst>
      <p:ext uri="{BB962C8B-B14F-4D97-AF65-F5344CB8AC3E}">
        <p14:creationId xmlns:p14="http://schemas.microsoft.com/office/powerpoint/2010/main" val="977254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954E-A56D-F0E5-064E-D96258774953}"/>
              </a:ext>
            </a:extLst>
          </p:cNvPr>
          <p:cNvSpPr>
            <a:spLocks noGrp="1"/>
          </p:cNvSpPr>
          <p:nvPr>
            <p:ph type="title"/>
          </p:nvPr>
        </p:nvSpPr>
        <p:spPr>
          <a:xfrm>
            <a:off x="2503715" y="624110"/>
            <a:ext cx="9000898" cy="1280890"/>
          </a:xfrm>
        </p:spPr>
        <p:txBody>
          <a:bodyPr/>
          <a:lstStyle/>
          <a:p>
            <a:r>
              <a:rPr lang="en-IN" b="1" dirty="0">
                <a:solidFill>
                  <a:srgbClr val="0070C0"/>
                </a:solidFill>
                <a:latin typeface="Times New Roman" panose="02020603050405020304" pitchFamily="18" charset="0"/>
                <a:cs typeface="Times New Roman" panose="02020603050405020304" pitchFamily="18" charset="0"/>
              </a:rPr>
              <a:t>BLOCK DIAGRAM</a:t>
            </a:r>
          </a:p>
        </p:txBody>
      </p:sp>
      <p:sp>
        <p:nvSpPr>
          <p:cNvPr id="3" name="Rectangle 2">
            <a:extLst>
              <a:ext uri="{FF2B5EF4-FFF2-40B4-BE49-F238E27FC236}">
                <a16:creationId xmlns:a16="http://schemas.microsoft.com/office/drawing/2014/main" id="{A818F2D1-16A2-45E9-9B18-54768A20C4C0}"/>
              </a:ext>
            </a:extLst>
          </p:cNvPr>
          <p:cNvSpPr/>
          <p:nvPr/>
        </p:nvSpPr>
        <p:spPr>
          <a:xfrm>
            <a:off x="7524889" y="10027"/>
            <a:ext cx="4667111" cy="369332"/>
          </a:xfrm>
          <a:prstGeom prst="rect">
            <a:avLst/>
          </a:prstGeom>
        </p:spPr>
        <p:txBody>
          <a:bodyPr wrap="non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6" name="Rectangle 5">
            <a:extLst>
              <a:ext uri="{FF2B5EF4-FFF2-40B4-BE49-F238E27FC236}">
                <a16:creationId xmlns:a16="http://schemas.microsoft.com/office/drawing/2014/main" id="{99AD7189-0212-44FD-9463-26052A9551F9}"/>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pic>
        <p:nvPicPr>
          <p:cNvPr id="13" name="Content Placeholder 12">
            <a:extLst>
              <a:ext uri="{FF2B5EF4-FFF2-40B4-BE49-F238E27FC236}">
                <a16:creationId xmlns:a16="http://schemas.microsoft.com/office/drawing/2014/main" id="{C6D70FA2-DCFB-0605-3A91-E313A3D390CC}"/>
              </a:ext>
            </a:extLst>
          </p:cNvPr>
          <p:cNvPicPr>
            <a:picLocks noGrp="1" noChangeAspect="1"/>
          </p:cNvPicPr>
          <p:nvPr>
            <p:ph idx="1"/>
          </p:nvPr>
        </p:nvPicPr>
        <p:blipFill>
          <a:blip r:embed="rId2"/>
          <a:srcRect l="307" t="4433" r="-307" b="1116"/>
          <a:stretch>
            <a:fillRect/>
          </a:stretch>
        </p:blipFill>
        <p:spPr>
          <a:xfrm>
            <a:off x="1961805" y="1521228"/>
            <a:ext cx="8512232" cy="4355869"/>
          </a:xfrm>
        </p:spPr>
      </p:pic>
    </p:spTree>
    <p:extLst>
      <p:ext uri="{BB962C8B-B14F-4D97-AF65-F5344CB8AC3E}">
        <p14:creationId xmlns:p14="http://schemas.microsoft.com/office/powerpoint/2010/main" val="2568791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FC5AB-3624-1AE8-B93E-8AE3F7FB2765}"/>
              </a:ext>
            </a:extLst>
          </p:cNvPr>
          <p:cNvSpPr>
            <a:spLocks noGrp="1"/>
          </p:cNvSpPr>
          <p:nvPr>
            <p:ph type="title"/>
          </p:nvPr>
        </p:nvSpPr>
        <p:spPr>
          <a:xfrm>
            <a:off x="2500646" y="548609"/>
            <a:ext cx="8911687" cy="902686"/>
          </a:xfrm>
        </p:spPr>
        <p:txBody>
          <a:bodyPr/>
          <a:lstStyle/>
          <a:p>
            <a:r>
              <a:rPr lang="en-IN" b="1" dirty="0">
                <a:solidFill>
                  <a:srgbClr val="0070C0"/>
                </a:solidFill>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92E71219-BE89-1956-3643-21FE463D985F}"/>
              </a:ext>
            </a:extLst>
          </p:cNvPr>
          <p:cNvSpPr>
            <a:spLocks noGrp="1"/>
          </p:cNvSpPr>
          <p:nvPr>
            <p:ph idx="1"/>
          </p:nvPr>
        </p:nvSpPr>
        <p:spPr>
          <a:xfrm>
            <a:off x="2585499" y="1694576"/>
            <a:ext cx="8915400" cy="4183090"/>
          </a:xfrm>
        </p:spPr>
        <p:txBody>
          <a:bodyPr>
            <a:normAutofit/>
          </a:bodyPr>
          <a:lstStyle/>
          <a:p>
            <a:pPr marL="0" indent="0">
              <a:spcBef>
                <a:spcPts val="0"/>
              </a:spcBef>
              <a:buNone/>
            </a:pPr>
            <a:r>
              <a:rPr lang="en-IN" sz="2000" b="1" dirty="0">
                <a:latin typeface="Times New Roman" panose="02020603050405020304" pitchFamily="18" charset="0"/>
                <a:cs typeface="Times New Roman" panose="02020603050405020304" pitchFamily="18" charset="0"/>
              </a:rPr>
              <a:t>Input: Original image O, Secret data M, Encryption Key Ke, Data Hiding key Kh , parameters </a:t>
            </a:r>
            <a:r>
              <a:rPr lang="el-GR" sz="2000" b="1" dirty="0">
                <a:latin typeface="Times New Roman" panose="02020603050405020304" pitchFamily="18" charset="0"/>
                <a:cs typeface="Times New Roman" panose="02020603050405020304" pitchFamily="18" charset="0"/>
              </a:rPr>
              <a:t>α </a:t>
            </a:r>
            <a:r>
              <a:rPr lang="en-IN" sz="2000" b="1" dirty="0">
                <a:latin typeface="Times New Roman" panose="02020603050405020304" pitchFamily="18" charset="0"/>
                <a:cs typeface="Times New Roman" panose="02020603050405020304" pitchFamily="18" charset="0"/>
              </a:rPr>
              <a:t>and </a:t>
            </a:r>
            <a:r>
              <a:rPr lang="el-GR" sz="2000" b="1" dirty="0">
                <a:latin typeface="Times New Roman" panose="02020603050405020304" pitchFamily="18" charset="0"/>
                <a:cs typeface="Times New Roman" panose="02020603050405020304" pitchFamily="18" charset="0"/>
              </a:rPr>
              <a:t>β </a:t>
            </a:r>
            <a:endParaRPr lang="en-IN" sz="2000" b="1"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buNone/>
            </a:pPr>
            <a:endParaRPr lang="en-IN" sz="1900" b="1" u="sng"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spcBef>
                <a:spcPts val="0"/>
              </a:spcBef>
              <a:buNone/>
            </a:pPr>
            <a:r>
              <a:rPr lang="en-IN" sz="1900" b="1" u="sng" kern="100" dirty="0">
                <a:effectLst/>
                <a:latin typeface="Times New Roman" panose="02020603050405020304" pitchFamily="18" charset="0"/>
                <a:ea typeface="Calibri" panose="020F0502020204030204" pitchFamily="34" charset="0"/>
                <a:cs typeface="Times New Roman" panose="02020603050405020304" pitchFamily="18" charset="0"/>
              </a:rPr>
              <a:t>Phase 1: Image Encryption</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for </a:t>
            </a:r>
            <a:r>
              <a:rPr lang="en-IN" sz="1900" b="1" kern="1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 0 to M/s - 1 do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for j ← 0 to N/s - 1 do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Extract block B_{ij} from 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Generate random integer R_{ij} using K_e.</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Permute blocks using permutation sequence P generated from K_e.</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for each pixel O (p, q) ∈ B_{ij} do</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Encrypt: E p, q) ← (O (p, q) + R_{ij}) mod 256.</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end for</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    end for</a:t>
            </a:r>
          </a:p>
          <a:p>
            <a:pPr marL="0" indent="0">
              <a:spcBef>
                <a:spcPts val="0"/>
              </a:spcBef>
              <a:buNone/>
            </a:pPr>
            <a:r>
              <a:rPr lang="en-IN" sz="1900" b="1" kern="100" dirty="0">
                <a:effectLst/>
                <a:latin typeface="Times New Roman" panose="02020603050405020304" pitchFamily="18" charset="0"/>
                <a:ea typeface="Calibri" panose="020F0502020204030204" pitchFamily="34" charset="0"/>
                <a:cs typeface="Times New Roman" panose="02020603050405020304" pitchFamily="18" charset="0"/>
              </a:rPr>
              <a:t>end for</a:t>
            </a:r>
          </a:p>
          <a:p>
            <a:endParaRPr lang="en-IN" dirty="0"/>
          </a:p>
        </p:txBody>
      </p:sp>
      <p:sp>
        <p:nvSpPr>
          <p:cNvPr id="5" name="Rectangle 4">
            <a:extLst>
              <a:ext uri="{FF2B5EF4-FFF2-40B4-BE49-F238E27FC236}">
                <a16:creationId xmlns:a16="http://schemas.microsoft.com/office/drawing/2014/main" id="{6D3EDC54-D7BE-4EB3-B42E-A3359AD0D571}"/>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6" name="Rectangle 5">
            <a:extLst>
              <a:ext uri="{FF2B5EF4-FFF2-40B4-BE49-F238E27FC236}">
                <a16:creationId xmlns:a16="http://schemas.microsoft.com/office/drawing/2014/main" id="{90073746-AB5E-47B0-8FE2-A2B742ED9C6F}"/>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1941212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7B21F8-8354-95D0-285A-018D7A3D334E}"/>
              </a:ext>
            </a:extLst>
          </p:cNvPr>
          <p:cNvSpPr>
            <a:spLocks noGrp="1"/>
          </p:cNvSpPr>
          <p:nvPr>
            <p:ph type="title"/>
          </p:nvPr>
        </p:nvSpPr>
        <p:spPr>
          <a:xfrm>
            <a:off x="2592924" y="805343"/>
            <a:ext cx="8911687" cy="5561901"/>
          </a:xfrm>
        </p:spPr>
        <p:txBody>
          <a:bodyPr>
            <a:noAutofit/>
          </a:bodyPr>
          <a:lstStyle/>
          <a:p>
            <a:r>
              <a:rPr lang="en-US" sz="1800" b="1" u="sng" dirty="0">
                <a:latin typeface="Times New Roman" panose="02020603050405020304" pitchFamily="18" charset="0"/>
                <a:cs typeface="Times New Roman" panose="02020603050405020304" pitchFamily="18" charset="0"/>
              </a:rPr>
              <a:t> Phase 2:PBTL-DE</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Divide I into equal size non-overlapping blocks.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Classify pixels into four groups: Pr, Ps, Pe, and Pn.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Label P_e using PBTL with parameters α and β</a:t>
            </a:r>
            <a:r>
              <a:rPr lang="en-US" sz="1800" b="1" dirty="0">
                <a:latin typeface="Times New Roman" panose="02020603050405020304" pitchFamily="18" charset="0"/>
                <a:cs typeface="Times New Roman" panose="02020603050405020304" pitchFamily="18" charset="0"/>
              </a:rPr>
              <a:t>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Construct the payload P, consisting of: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 The secret data M,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 The first β bits of each pixel in Pn,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- 8 bits in Ps.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for each pixel in Pe do: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 Calculate the difference value e.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b. Reconstruct the pixel by replacing α labeling bits and (8 - α) payload bits.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end for</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for each pixel in Pn do: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 Replace the first β bits with '0...0' (β zeros).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b. Keep the remaining (8 - β) bits unmodified.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end for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Convert α and β into binary bits.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Store the binary bits of α and β into Ps by bit replacement.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Output the marked image Î.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E4B89AA-664A-425A-BFDD-484E56DE90C3}"/>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6" name="Rectangle 5">
            <a:extLst>
              <a:ext uri="{FF2B5EF4-FFF2-40B4-BE49-F238E27FC236}">
                <a16:creationId xmlns:a16="http://schemas.microsoft.com/office/drawing/2014/main" id="{0AF78AF2-067C-4368-8CE2-D6401A82F892}"/>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572009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848A6E-D4C4-4E07-9D66-AE242BEBEF4A}"/>
              </a:ext>
            </a:extLst>
          </p:cNvPr>
          <p:cNvSpPr>
            <a:spLocks noGrp="1"/>
          </p:cNvSpPr>
          <p:nvPr>
            <p:ph idx="1"/>
          </p:nvPr>
        </p:nvSpPr>
        <p:spPr>
          <a:xfrm>
            <a:off x="2215299" y="1219200"/>
            <a:ext cx="8653805" cy="3668486"/>
          </a:xfrm>
        </p:spPr>
        <p:txBody>
          <a:bodyPr>
            <a:normAutofit lnSpcReduction="10000"/>
          </a:bodyPr>
          <a:lstStyle/>
          <a:p>
            <a:pPr marL="0" indent="0">
              <a:buNone/>
            </a:pPr>
            <a:r>
              <a:rPr lang="en-IN" b="1" u="sng" dirty="0">
                <a:latin typeface="Times New Roman" panose="02020603050405020304" pitchFamily="18" charset="0"/>
                <a:cs typeface="Times New Roman" panose="02020603050405020304" pitchFamily="18" charset="0"/>
              </a:rPr>
              <a:t>Phase 3:Data Extraction and Image Recovery</a:t>
            </a:r>
          </a:p>
          <a:p>
            <a:pPr marL="0" indent="0">
              <a:spcBef>
                <a:spcPts val="0"/>
              </a:spcBef>
              <a:buNone/>
            </a:pPr>
            <a:endParaRPr lang="en-IN"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Data Extraction</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1. Extract parameters α, β from P_s.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2. Separate P_e, P_n using labels.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3. Retrieve S from P_e.</a:t>
            </a:r>
          </a:p>
          <a:p>
            <a:pPr marL="0" indent="0">
              <a:spcBef>
                <a:spcPts val="0"/>
              </a:spcBef>
              <a:buNone/>
            </a:pPr>
            <a:endParaRPr lang="en-IN"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Image Recovery</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1. Restore P_s, P_n using auxiliary data.</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2. Reconstruct O (p, q) using P_r and difference values.</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3. Reverse encryption: O (p, q) ← (E (p, q) – R_{ij}) mod 256.</a:t>
            </a: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4. Undo block permutation using P.</a:t>
            </a:r>
          </a:p>
          <a:p>
            <a:pPr marL="0" indent="0">
              <a:spcBef>
                <a:spcPts val="0"/>
              </a:spcBef>
              <a:buNone/>
            </a:pPr>
            <a:endParaRPr lang="en-GB" b="1" dirty="0">
              <a:latin typeface="Times New Roman" panose="02020603050405020304" pitchFamily="18" charset="0"/>
              <a:cs typeface="Times New Roman" panose="02020603050405020304" pitchFamily="18" charset="0"/>
            </a:endParaRPr>
          </a:p>
          <a:p>
            <a:pPr marL="0" indent="0">
              <a:spcBef>
                <a:spcPts val="0"/>
              </a:spcBef>
              <a:buNone/>
            </a:pPr>
            <a:r>
              <a:rPr lang="en-IN" b="1" dirty="0">
                <a:latin typeface="Times New Roman" panose="02020603050405020304" pitchFamily="18" charset="0"/>
                <a:cs typeface="Times New Roman" panose="02020603050405020304" pitchFamily="18" charset="0"/>
              </a:rPr>
              <a:t>Output: Recovered Image , Extracted Message</a:t>
            </a:r>
            <a:endParaRPr lang="en-GB" b="1" dirty="0">
              <a:latin typeface="Times New Roman" panose="02020603050405020304" pitchFamily="18" charset="0"/>
              <a:cs typeface="Times New Roman" panose="02020603050405020304" pitchFamily="18" charset="0"/>
            </a:endParaRPr>
          </a:p>
          <a:p>
            <a:pPr marL="0" indent="0">
              <a:buNone/>
            </a:pPr>
            <a:endParaRPr lang="en-GB" sz="2400" b="1" dirty="0"/>
          </a:p>
        </p:txBody>
      </p:sp>
      <p:sp>
        <p:nvSpPr>
          <p:cNvPr id="4" name="Rectangle 3">
            <a:extLst>
              <a:ext uri="{FF2B5EF4-FFF2-40B4-BE49-F238E27FC236}">
                <a16:creationId xmlns:a16="http://schemas.microsoft.com/office/drawing/2014/main" id="{24B8A1F5-D446-46E1-B983-A637BAC26CBF}"/>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5" name="Rectangle 4">
            <a:extLst>
              <a:ext uri="{FF2B5EF4-FFF2-40B4-BE49-F238E27FC236}">
                <a16:creationId xmlns:a16="http://schemas.microsoft.com/office/drawing/2014/main" id="{7F236607-C42A-48CD-9722-A6760372736C}"/>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2569041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AC42-7DDE-F6D2-289E-22B24397F1A9}"/>
              </a:ext>
            </a:extLst>
          </p:cNvPr>
          <p:cNvSpPr>
            <a:spLocks noGrp="1"/>
          </p:cNvSpPr>
          <p:nvPr>
            <p:ph type="title"/>
          </p:nvPr>
        </p:nvSpPr>
        <p:spPr>
          <a:xfrm>
            <a:off x="2231571" y="838201"/>
            <a:ext cx="9273041" cy="838200"/>
          </a:xfrm>
        </p:spPr>
        <p:txBody>
          <a:bodyPr/>
          <a:lstStyle/>
          <a:p>
            <a:r>
              <a:rPr lang="en-US" b="1" dirty="0">
                <a:solidFill>
                  <a:srgbClr val="0070C0"/>
                </a:solidFill>
                <a:latin typeface="Times New Roman" panose="02020603050405020304" pitchFamily="18" charset="0"/>
                <a:cs typeface="Times New Roman" panose="02020603050405020304" pitchFamily="18" charset="0"/>
              </a:rPr>
              <a:t>PROS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EDA91A-09F9-2762-75E8-255843C1C828}"/>
              </a:ext>
            </a:extLst>
          </p:cNvPr>
          <p:cNvSpPr>
            <a:spLocks noGrp="1"/>
          </p:cNvSpPr>
          <p:nvPr>
            <p:ph idx="1"/>
          </p:nvPr>
        </p:nvSpPr>
        <p:spPr>
          <a:xfrm>
            <a:off x="2122714" y="2133600"/>
            <a:ext cx="9381898" cy="2960914"/>
          </a:xfrm>
        </p:spPr>
        <p:txBody>
          <a:bodyPr>
            <a:normAutofit/>
          </a:bodyPr>
          <a:lstStyle/>
          <a:p>
            <a:pPr algn="just"/>
            <a:r>
              <a:rPr lang="en-US" sz="2400" b="1" dirty="0">
                <a:latin typeface="Times New Roman" panose="02020603050405020304" pitchFamily="18" charset="0"/>
                <a:cs typeface="Times New Roman" panose="02020603050405020304" pitchFamily="18" charset="0"/>
              </a:rPr>
              <a:t>Lossless Image Restoration: </a:t>
            </a:r>
            <a:r>
              <a:rPr lang="en-US" sz="2400" dirty="0">
                <a:latin typeface="Times New Roman" panose="02020603050405020304" pitchFamily="18" charset="0"/>
                <a:cs typeface="Times New Roman" panose="02020603050405020304" pitchFamily="18" charset="0"/>
              </a:rPr>
              <a:t>The original image can be completely restored without any loss in quality, maintaining the image's integrity. </a:t>
            </a:r>
          </a:p>
          <a:p>
            <a:pPr algn="just"/>
            <a:r>
              <a:rPr lang="en-US" sz="2400" b="1" dirty="0">
                <a:latin typeface="Times New Roman" panose="02020603050405020304" pitchFamily="18" charset="0"/>
                <a:cs typeface="Times New Roman" panose="02020603050405020304" pitchFamily="18" charset="0"/>
              </a:rPr>
              <a:t>Enhanced Security:</a:t>
            </a:r>
            <a:r>
              <a:rPr lang="en-US" sz="2400" dirty="0">
                <a:latin typeface="Times New Roman" panose="02020603050405020304" pitchFamily="18" charset="0"/>
                <a:cs typeface="Times New Roman" panose="02020603050405020304" pitchFamily="18" charset="0"/>
              </a:rPr>
              <a:t> The method ensures high security by embedding data in encrypted images, protecting both the image and the hidden information from unauthorized access.</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6167E45-BE6F-4517-AE0D-778A1AD0EFB9}"/>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5" name="Rectangle 4">
            <a:extLst>
              <a:ext uri="{FF2B5EF4-FFF2-40B4-BE49-F238E27FC236}">
                <a16:creationId xmlns:a16="http://schemas.microsoft.com/office/drawing/2014/main" id="{5162AA24-B764-4D6C-B736-00FF6EABC135}"/>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75487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8F2B-E2C0-26DC-E94C-6D68EE238A5E}"/>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CONS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50CD30-91DE-EB42-96C8-D336E334E313}"/>
              </a:ext>
            </a:extLst>
          </p:cNvPr>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Computational Complexity: </a:t>
            </a:r>
            <a:r>
              <a:rPr lang="en-US" sz="2400" dirty="0">
                <a:latin typeface="Times New Roman" panose="02020603050405020304" pitchFamily="18" charset="0"/>
                <a:cs typeface="Times New Roman" panose="02020603050405020304" pitchFamily="18" charset="0"/>
              </a:rPr>
              <a:t>The process involves multiple steps such as pixel grouping, labeling, and encryption, which can be computationally expensive and slow, particularly for large images.   </a:t>
            </a:r>
          </a:p>
          <a:p>
            <a:pPr algn="just"/>
            <a:r>
              <a:rPr lang="en-US" sz="2400" b="1" dirty="0">
                <a:latin typeface="Times New Roman" panose="02020603050405020304" pitchFamily="18" charset="0"/>
                <a:cs typeface="Times New Roman" panose="02020603050405020304" pitchFamily="18" charset="0"/>
              </a:rPr>
              <a:t>Key Dependency: </a:t>
            </a:r>
            <a:r>
              <a:rPr lang="en-US" sz="2400" dirty="0">
                <a:latin typeface="Times New Roman" panose="02020603050405020304" pitchFamily="18" charset="0"/>
                <a:cs typeface="Times New Roman" panose="02020603050405020304" pitchFamily="18" charset="0"/>
              </a:rPr>
              <a:t>Successful data extraction and image recovery depend on having both the encryption key and data-hiding key. If either key is lost, data recovery becomes impossible.</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2C99B20-01D4-495B-88DF-95A71980532B}"/>
              </a:ext>
            </a:extLst>
          </p:cNvPr>
          <p:cNvSpPr/>
          <p:nvPr/>
        </p:nvSpPr>
        <p:spPr>
          <a:xfrm>
            <a:off x="7524889" y="0"/>
            <a:ext cx="4667111"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PARAMETRIC BINARY TREE LABELING</a:t>
            </a:r>
            <a:endParaRPr lang="en-GB" dirty="0"/>
          </a:p>
        </p:txBody>
      </p:sp>
      <p:sp>
        <p:nvSpPr>
          <p:cNvPr id="5" name="Rectangle 4">
            <a:extLst>
              <a:ext uri="{FF2B5EF4-FFF2-40B4-BE49-F238E27FC236}">
                <a16:creationId xmlns:a16="http://schemas.microsoft.com/office/drawing/2014/main" id="{CB6EC7E8-03E0-4966-A602-55A874EFBF9F}"/>
              </a:ext>
            </a:extLst>
          </p:cNvPr>
          <p:cNvSpPr/>
          <p:nvPr/>
        </p:nvSpPr>
        <p:spPr>
          <a:xfrm>
            <a:off x="292847" y="10027"/>
            <a:ext cx="2683435" cy="369332"/>
          </a:xfrm>
          <a:prstGeom prst="rect">
            <a:avLst/>
          </a:prstGeom>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EXISTING METHOD 2</a:t>
            </a:r>
            <a:endParaRPr lang="en-GB" dirty="0"/>
          </a:p>
        </p:txBody>
      </p:sp>
    </p:spTree>
    <p:extLst>
      <p:ext uri="{BB962C8B-B14F-4D97-AF65-F5344CB8AC3E}">
        <p14:creationId xmlns:p14="http://schemas.microsoft.com/office/powerpoint/2010/main" val="3282509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C640-5688-A3D4-6DC5-B112130F6681}"/>
              </a:ext>
            </a:extLst>
          </p:cNvPr>
          <p:cNvSpPr>
            <a:spLocks noGrp="1"/>
          </p:cNvSpPr>
          <p:nvPr>
            <p:ph type="title"/>
          </p:nvPr>
        </p:nvSpPr>
        <p:spPr>
          <a:xfrm>
            <a:off x="2592925" y="624110"/>
            <a:ext cx="8911687" cy="847639"/>
          </a:xfrm>
        </p:spPr>
        <p: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IMPLEMENTATION OF METHOD 1</a:t>
            </a:r>
          </a:p>
        </p:txBody>
      </p:sp>
      <p:sp>
        <p:nvSpPr>
          <p:cNvPr id="3" name="Rectangle 2">
            <a:extLst>
              <a:ext uri="{FF2B5EF4-FFF2-40B4-BE49-F238E27FC236}">
                <a16:creationId xmlns:a16="http://schemas.microsoft.com/office/drawing/2014/main" id="{7F01E3B1-7FDA-4E0F-805C-8EA576AE1E41}"/>
              </a:ext>
            </a:extLst>
          </p:cNvPr>
          <p:cNvSpPr/>
          <p:nvPr/>
        </p:nvSpPr>
        <p:spPr>
          <a:xfrm>
            <a:off x="2402542" y="254778"/>
            <a:ext cx="8304212" cy="369332"/>
          </a:xfrm>
          <a:prstGeom prst="rect">
            <a:avLst/>
          </a:prstGeom>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pic>
        <p:nvPicPr>
          <p:cNvPr id="8" name="Content Placeholder 7">
            <a:extLst>
              <a:ext uri="{FF2B5EF4-FFF2-40B4-BE49-F238E27FC236}">
                <a16:creationId xmlns:a16="http://schemas.microsoft.com/office/drawing/2014/main" id="{D2A7451F-12A5-FEE7-8619-0B9017DD1D98}"/>
              </a:ext>
            </a:extLst>
          </p:cNvPr>
          <p:cNvPicPr>
            <a:picLocks noGrp="1" noChangeAspect="1"/>
          </p:cNvPicPr>
          <p:nvPr>
            <p:ph idx="1"/>
          </p:nvPr>
        </p:nvPicPr>
        <p:blipFill>
          <a:blip r:embed="rId2"/>
          <a:stretch>
            <a:fillRect/>
          </a:stretch>
        </p:blipFill>
        <p:spPr>
          <a:xfrm>
            <a:off x="2306972" y="1602297"/>
            <a:ext cx="7724441" cy="4631593"/>
          </a:xfrm>
        </p:spPr>
      </p:pic>
    </p:spTree>
    <p:extLst>
      <p:ext uri="{BB962C8B-B14F-4D97-AF65-F5344CB8AC3E}">
        <p14:creationId xmlns:p14="http://schemas.microsoft.com/office/powerpoint/2010/main" val="1586054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41B753-1079-BBB7-7147-D333BCD732F7}"/>
              </a:ext>
            </a:extLst>
          </p:cNvPr>
          <p:cNvSpPr>
            <a:spLocks noGrp="1"/>
          </p:cNvSpPr>
          <p:nvPr>
            <p:ph type="title"/>
          </p:nvPr>
        </p:nvSpPr>
        <p:spPr>
          <a:xfrm>
            <a:off x="2003559" y="720634"/>
            <a:ext cx="8769532" cy="5416730"/>
          </a:xfrm>
        </p:spPr>
        <p:txBody>
          <a:bodyPr/>
          <a:lstStyle/>
          <a:p>
            <a:endParaRPr lang="en-IN" dirty="0"/>
          </a:p>
        </p:txBody>
      </p:sp>
      <p:pic>
        <p:nvPicPr>
          <p:cNvPr id="3" name="Picture 2">
            <a:extLst>
              <a:ext uri="{FF2B5EF4-FFF2-40B4-BE49-F238E27FC236}">
                <a16:creationId xmlns:a16="http://schemas.microsoft.com/office/drawing/2014/main" id="{CBE72FAB-6C56-5913-8774-8CB073EAE837}"/>
              </a:ext>
            </a:extLst>
          </p:cNvPr>
          <p:cNvPicPr>
            <a:picLocks noChangeAspect="1"/>
          </p:cNvPicPr>
          <p:nvPr/>
        </p:nvPicPr>
        <p:blipFill>
          <a:blip r:embed="rId2"/>
          <a:stretch>
            <a:fillRect/>
          </a:stretch>
        </p:blipFill>
        <p:spPr>
          <a:xfrm>
            <a:off x="2003558" y="720634"/>
            <a:ext cx="8740277" cy="1468893"/>
          </a:xfrm>
          <a:prstGeom prst="rect">
            <a:avLst/>
          </a:prstGeom>
        </p:spPr>
      </p:pic>
      <p:pic>
        <p:nvPicPr>
          <p:cNvPr id="7" name="Picture 6">
            <a:extLst>
              <a:ext uri="{FF2B5EF4-FFF2-40B4-BE49-F238E27FC236}">
                <a16:creationId xmlns:a16="http://schemas.microsoft.com/office/drawing/2014/main" id="{9CB44D63-2E76-73B6-2166-49036A54B3B0}"/>
              </a:ext>
            </a:extLst>
          </p:cNvPr>
          <p:cNvPicPr>
            <a:picLocks noChangeAspect="1"/>
          </p:cNvPicPr>
          <p:nvPr/>
        </p:nvPicPr>
        <p:blipFill>
          <a:blip r:embed="rId3"/>
          <a:stretch>
            <a:fillRect/>
          </a:stretch>
        </p:blipFill>
        <p:spPr>
          <a:xfrm>
            <a:off x="1974305" y="2189527"/>
            <a:ext cx="8769531" cy="3947837"/>
          </a:xfrm>
          <a:prstGeom prst="rect">
            <a:avLst/>
          </a:prstGeom>
        </p:spPr>
      </p:pic>
      <p:sp>
        <p:nvSpPr>
          <p:cNvPr id="8" name="TextBox 7">
            <a:extLst>
              <a:ext uri="{FF2B5EF4-FFF2-40B4-BE49-F238E27FC236}">
                <a16:creationId xmlns:a16="http://schemas.microsoft.com/office/drawing/2014/main" id="{9D340A78-4A15-D48A-ACD9-AB9A5A2CF573}"/>
              </a:ext>
            </a:extLst>
          </p:cNvPr>
          <p:cNvSpPr txBox="1"/>
          <p:nvPr/>
        </p:nvSpPr>
        <p:spPr>
          <a:xfrm>
            <a:off x="4186107" y="67112"/>
            <a:ext cx="8089783"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1647332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80483-44CD-FCBD-43B1-E7518F41B373}"/>
              </a:ext>
            </a:extLst>
          </p:cNvPr>
          <p:cNvSpPr>
            <a:spLocks noGrp="1"/>
          </p:cNvSpPr>
          <p:nvPr>
            <p:ph type="title"/>
          </p:nvPr>
        </p:nvSpPr>
        <p:spPr>
          <a:xfrm>
            <a:off x="2323750" y="1174459"/>
            <a:ext cx="8123902" cy="4925896"/>
          </a:xfrm>
        </p:spPr>
        <p:txBody>
          <a:bodyPr/>
          <a:lstStyle/>
          <a:p>
            <a:endParaRPr lang="en-IN" dirty="0"/>
          </a:p>
        </p:txBody>
      </p:sp>
      <p:pic>
        <p:nvPicPr>
          <p:cNvPr id="5" name="Picture 4">
            <a:extLst>
              <a:ext uri="{FF2B5EF4-FFF2-40B4-BE49-F238E27FC236}">
                <a16:creationId xmlns:a16="http://schemas.microsoft.com/office/drawing/2014/main" id="{4F94D084-6849-C57F-1F3C-D861A68CED45}"/>
              </a:ext>
            </a:extLst>
          </p:cNvPr>
          <p:cNvPicPr>
            <a:picLocks noChangeAspect="1"/>
          </p:cNvPicPr>
          <p:nvPr/>
        </p:nvPicPr>
        <p:blipFill>
          <a:blip r:embed="rId2"/>
          <a:stretch>
            <a:fillRect/>
          </a:stretch>
        </p:blipFill>
        <p:spPr>
          <a:xfrm>
            <a:off x="1837190" y="871669"/>
            <a:ext cx="10009582" cy="5669708"/>
          </a:xfrm>
          <a:prstGeom prst="rect">
            <a:avLst/>
          </a:prstGeom>
        </p:spPr>
      </p:pic>
      <p:sp>
        <p:nvSpPr>
          <p:cNvPr id="6" name="TextBox 5">
            <a:extLst>
              <a:ext uri="{FF2B5EF4-FFF2-40B4-BE49-F238E27FC236}">
                <a16:creationId xmlns:a16="http://schemas.microsoft.com/office/drawing/2014/main" id="{96495DF6-A1FC-9715-D02B-B70A71DAB617}"/>
              </a:ext>
            </a:extLst>
          </p:cNvPr>
          <p:cNvSpPr txBox="1"/>
          <p:nvPr/>
        </p:nvSpPr>
        <p:spPr>
          <a:xfrm>
            <a:off x="4219662" y="61315"/>
            <a:ext cx="8173673"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34675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8D5C-006D-3E4F-38F1-A386B941ACD2}"/>
              </a:ext>
            </a:extLst>
          </p:cNvPr>
          <p:cNvSpPr>
            <a:spLocks noGrp="1"/>
          </p:cNvSpPr>
          <p:nvPr>
            <p:ph type="title"/>
          </p:nvPr>
        </p:nvSpPr>
        <p:spPr>
          <a:xfrm>
            <a:off x="1709319" y="746029"/>
            <a:ext cx="8911687" cy="5149673"/>
          </a:xfrm>
        </p:spPr>
        <p:txBody>
          <a:bodyPr/>
          <a:lstStyle/>
          <a:p>
            <a:endParaRPr lang="en-IN" dirty="0"/>
          </a:p>
        </p:txBody>
      </p:sp>
      <p:pic>
        <p:nvPicPr>
          <p:cNvPr id="5" name="Picture 4">
            <a:extLst>
              <a:ext uri="{FF2B5EF4-FFF2-40B4-BE49-F238E27FC236}">
                <a16:creationId xmlns:a16="http://schemas.microsoft.com/office/drawing/2014/main" id="{2BB3A949-CE5B-85B8-372F-0E31D191614F}"/>
              </a:ext>
            </a:extLst>
          </p:cNvPr>
          <p:cNvPicPr>
            <a:picLocks noChangeAspect="1"/>
          </p:cNvPicPr>
          <p:nvPr/>
        </p:nvPicPr>
        <p:blipFill>
          <a:blip r:embed="rId2"/>
          <a:stretch>
            <a:fillRect/>
          </a:stretch>
        </p:blipFill>
        <p:spPr>
          <a:xfrm>
            <a:off x="1570995" y="671119"/>
            <a:ext cx="9700524" cy="5659296"/>
          </a:xfrm>
          <a:prstGeom prst="rect">
            <a:avLst/>
          </a:prstGeom>
        </p:spPr>
      </p:pic>
      <p:sp>
        <p:nvSpPr>
          <p:cNvPr id="6" name="TextBox 5">
            <a:extLst>
              <a:ext uri="{FF2B5EF4-FFF2-40B4-BE49-F238E27FC236}">
                <a16:creationId xmlns:a16="http://schemas.microsoft.com/office/drawing/2014/main" id="{C332038D-1C54-810F-7203-8D4FE4B410E0}"/>
              </a:ext>
            </a:extLst>
          </p:cNvPr>
          <p:cNvSpPr txBox="1"/>
          <p:nvPr/>
        </p:nvSpPr>
        <p:spPr>
          <a:xfrm>
            <a:off x="4236440" y="0"/>
            <a:ext cx="8131650"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2258445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5868-A170-B953-B9CA-26CB48E74A4D}"/>
              </a:ext>
            </a:extLst>
          </p:cNvPr>
          <p:cNvSpPr>
            <a:spLocks noGrp="1"/>
          </p:cNvSpPr>
          <p:nvPr>
            <p:ph type="title"/>
          </p:nvPr>
        </p:nvSpPr>
        <p:spPr>
          <a:xfrm>
            <a:off x="2246959" y="1152617"/>
            <a:ext cx="8911687" cy="4820344"/>
          </a:xfrm>
        </p:spPr>
        <p:txBody>
          <a:bodyPr/>
          <a:lstStyle/>
          <a:p>
            <a:endParaRPr lang="en-IN" dirty="0"/>
          </a:p>
        </p:txBody>
      </p:sp>
      <p:pic>
        <p:nvPicPr>
          <p:cNvPr id="5" name="Picture 4">
            <a:extLst>
              <a:ext uri="{FF2B5EF4-FFF2-40B4-BE49-F238E27FC236}">
                <a16:creationId xmlns:a16="http://schemas.microsoft.com/office/drawing/2014/main" id="{6F683600-A2D3-A998-9F35-8C74344551A9}"/>
              </a:ext>
            </a:extLst>
          </p:cNvPr>
          <p:cNvPicPr>
            <a:picLocks noChangeAspect="1"/>
          </p:cNvPicPr>
          <p:nvPr/>
        </p:nvPicPr>
        <p:blipFill>
          <a:blip r:embed="rId2"/>
          <a:stretch>
            <a:fillRect/>
          </a:stretch>
        </p:blipFill>
        <p:spPr>
          <a:xfrm>
            <a:off x="2046915" y="885039"/>
            <a:ext cx="9781562" cy="5642196"/>
          </a:xfrm>
          <a:prstGeom prst="rect">
            <a:avLst/>
          </a:prstGeom>
        </p:spPr>
      </p:pic>
      <p:sp>
        <p:nvSpPr>
          <p:cNvPr id="6" name="TextBox 5">
            <a:extLst>
              <a:ext uri="{FF2B5EF4-FFF2-40B4-BE49-F238E27FC236}">
                <a16:creationId xmlns:a16="http://schemas.microsoft.com/office/drawing/2014/main" id="{526B5803-D152-DB22-9EA3-A90F3B8CF3AC}"/>
              </a:ext>
            </a:extLst>
          </p:cNvPr>
          <p:cNvSpPr txBox="1"/>
          <p:nvPr/>
        </p:nvSpPr>
        <p:spPr>
          <a:xfrm>
            <a:off x="5981350" y="343949"/>
            <a:ext cx="4957894"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B17CC080-21AF-E159-C126-C36C2CABFFEE}"/>
              </a:ext>
            </a:extLst>
          </p:cNvPr>
          <p:cNvSpPr txBox="1"/>
          <p:nvPr/>
        </p:nvSpPr>
        <p:spPr>
          <a:xfrm>
            <a:off x="4169328" y="63187"/>
            <a:ext cx="8911687"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2305765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60134-67D2-D285-BFA7-6B08364DE9B4}"/>
              </a:ext>
            </a:extLst>
          </p:cNvPr>
          <p:cNvSpPr>
            <a:spLocks noGrp="1"/>
          </p:cNvSpPr>
          <p:nvPr>
            <p:ph type="title"/>
          </p:nvPr>
        </p:nvSpPr>
        <p:spPr>
          <a:xfrm>
            <a:off x="2357306" y="1275126"/>
            <a:ext cx="9009777" cy="4664279"/>
          </a:xfrm>
        </p:spPr>
        <p:txBody>
          <a:bodyPr/>
          <a:lstStyle/>
          <a:p>
            <a:endParaRPr lang="en-IN" dirty="0"/>
          </a:p>
        </p:txBody>
      </p:sp>
      <p:pic>
        <p:nvPicPr>
          <p:cNvPr id="5" name="Picture 4">
            <a:extLst>
              <a:ext uri="{FF2B5EF4-FFF2-40B4-BE49-F238E27FC236}">
                <a16:creationId xmlns:a16="http://schemas.microsoft.com/office/drawing/2014/main" id="{A36DE10A-3A73-D7B9-D569-7DBCAA5353FD}"/>
              </a:ext>
            </a:extLst>
          </p:cNvPr>
          <p:cNvPicPr>
            <a:picLocks noChangeAspect="1"/>
          </p:cNvPicPr>
          <p:nvPr/>
        </p:nvPicPr>
        <p:blipFill>
          <a:blip r:embed="rId2"/>
          <a:stretch>
            <a:fillRect/>
          </a:stretch>
        </p:blipFill>
        <p:spPr>
          <a:xfrm>
            <a:off x="1907175" y="991634"/>
            <a:ext cx="9870968" cy="5626740"/>
          </a:xfrm>
          <a:prstGeom prst="rect">
            <a:avLst/>
          </a:prstGeom>
        </p:spPr>
      </p:pic>
      <p:sp>
        <p:nvSpPr>
          <p:cNvPr id="6" name="TextBox 5">
            <a:extLst>
              <a:ext uri="{FF2B5EF4-FFF2-40B4-BE49-F238E27FC236}">
                <a16:creationId xmlns:a16="http://schemas.microsoft.com/office/drawing/2014/main" id="{89EED003-7E53-61B5-E6FA-6D7FC00768E1}"/>
              </a:ext>
            </a:extLst>
          </p:cNvPr>
          <p:cNvSpPr txBox="1"/>
          <p:nvPr/>
        </p:nvSpPr>
        <p:spPr>
          <a:xfrm>
            <a:off x="4194495" y="54960"/>
            <a:ext cx="8246378" cy="369332"/>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71537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BF28-92A1-394E-F1B9-C579FC07B5AA}"/>
              </a:ext>
            </a:extLst>
          </p:cNvPr>
          <p:cNvSpPr>
            <a:spLocks noGrp="1"/>
          </p:cNvSpPr>
          <p:nvPr>
            <p:ph type="title"/>
          </p:nvPr>
        </p:nvSpPr>
        <p:spPr>
          <a:xfrm>
            <a:off x="2348917" y="1757263"/>
            <a:ext cx="8907244" cy="3712360"/>
          </a:xfrm>
        </p:spPr>
        <p:txBody>
          <a:bodyPr/>
          <a:lstStyle/>
          <a:p>
            <a:endParaRPr lang="en-IN" dirty="0"/>
          </a:p>
        </p:txBody>
      </p:sp>
      <p:pic>
        <p:nvPicPr>
          <p:cNvPr id="5" name="Picture 4">
            <a:extLst>
              <a:ext uri="{FF2B5EF4-FFF2-40B4-BE49-F238E27FC236}">
                <a16:creationId xmlns:a16="http://schemas.microsoft.com/office/drawing/2014/main" id="{5872BA27-968B-F9B9-6D77-224440F0CE6F}"/>
              </a:ext>
            </a:extLst>
          </p:cNvPr>
          <p:cNvPicPr>
            <a:picLocks noChangeAspect="1"/>
          </p:cNvPicPr>
          <p:nvPr/>
        </p:nvPicPr>
        <p:blipFill>
          <a:blip r:embed="rId2"/>
          <a:stretch>
            <a:fillRect/>
          </a:stretch>
        </p:blipFill>
        <p:spPr>
          <a:xfrm>
            <a:off x="2130804" y="1132514"/>
            <a:ext cx="9608187" cy="5199913"/>
          </a:xfrm>
          <a:prstGeom prst="rect">
            <a:avLst/>
          </a:prstGeom>
        </p:spPr>
      </p:pic>
      <p:sp>
        <p:nvSpPr>
          <p:cNvPr id="6" name="TextBox 5">
            <a:extLst>
              <a:ext uri="{FF2B5EF4-FFF2-40B4-BE49-F238E27FC236}">
                <a16:creationId xmlns:a16="http://schemas.microsoft.com/office/drawing/2014/main" id="{188E0E1C-8013-9FB4-9C85-46A58A333908}"/>
              </a:ext>
            </a:extLst>
          </p:cNvPr>
          <p:cNvSpPr txBox="1"/>
          <p:nvPr/>
        </p:nvSpPr>
        <p:spPr>
          <a:xfrm>
            <a:off x="4186107" y="0"/>
            <a:ext cx="8414158" cy="646331"/>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a:p>
            <a:endParaRPr lang="en-IN" dirty="0"/>
          </a:p>
        </p:txBody>
      </p:sp>
    </p:spTree>
    <p:extLst>
      <p:ext uri="{BB962C8B-B14F-4D97-AF65-F5344CB8AC3E}">
        <p14:creationId xmlns:p14="http://schemas.microsoft.com/office/powerpoint/2010/main" val="3202197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90E66B-9FAE-22A8-46F7-6EEF9DCB00DD}"/>
              </a:ext>
            </a:extLst>
          </p:cNvPr>
          <p:cNvSpPr>
            <a:spLocks noGrp="1"/>
          </p:cNvSpPr>
          <p:nvPr>
            <p:ph type="title"/>
          </p:nvPr>
        </p:nvSpPr>
        <p:spPr>
          <a:xfrm>
            <a:off x="1767840" y="1210491"/>
            <a:ext cx="8691742" cy="4728755"/>
          </a:xfrm>
        </p:spPr>
        <p:txBody>
          <a:bodyPr/>
          <a:lstStyle/>
          <a:p>
            <a:endParaRPr lang="en-IN" dirty="0"/>
          </a:p>
        </p:txBody>
      </p:sp>
      <p:pic>
        <p:nvPicPr>
          <p:cNvPr id="3" name="Picture 2">
            <a:extLst>
              <a:ext uri="{FF2B5EF4-FFF2-40B4-BE49-F238E27FC236}">
                <a16:creationId xmlns:a16="http://schemas.microsoft.com/office/drawing/2014/main" id="{BE5F09EC-1EEA-51DF-9717-2A6EC45D125F}"/>
              </a:ext>
            </a:extLst>
          </p:cNvPr>
          <p:cNvPicPr>
            <a:picLocks noChangeAspect="1"/>
          </p:cNvPicPr>
          <p:nvPr/>
        </p:nvPicPr>
        <p:blipFill>
          <a:blip r:embed="rId2"/>
          <a:stretch>
            <a:fillRect/>
          </a:stretch>
        </p:blipFill>
        <p:spPr>
          <a:xfrm>
            <a:off x="1614204" y="1015069"/>
            <a:ext cx="10369068" cy="5150840"/>
          </a:xfrm>
          <a:prstGeom prst="rect">
            <a:avLst/>
          </a:prstGeom>
        </p:spPr>
      </p:pic>
      <p:sp>
        <p:nvSpPr>
          <p:cNvPr id="4" name="TextBox 3">
            <a:extLst>
              <a:ext uri="{FF2B5EF4-FFF2-40B4-BE49-F238E27FC236}">
                <a16:creationId xmlns:a16="http://schemas.microsoft.com/office/drawing/2014/main" id="{DA7FAF78-EE7D-2962-DC32-AD6551D2DF44}"/>
              </a:ext>
            </a:extLst>
          </p:cNvPr>
          <p:cNvSpPr txBox="1"/>
          <p:nvPr/>
        </p:nvSpPr>
        <p:spPr>
          <a:xfrm>
            <a:off x="4202884" y="0"/>
            <a:ext cx="8078599" cy="646331"/>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a:p>
            <a:endParaRPr lang="en-IN" dirty="0"/>
          </a:p>
        </p:txBody>
      </p:sp>
    </p:spTree>
    <p:extLst>
      <p:ext uri="{BB962C8B-B14F-4D97-AF65-F5344CB8AC3E}">
        <p14:creationId xmlns:p14="http://schemas.microsoft.com/office/powerpoint/2010/main" val="3096050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ADBB5-1E96-94A5-2B1E-8A7BD78A19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C6AE1C-C62E-CB2E-C520-3C58500FE6FA}"/>
              </a:ext>
            </a:extLst>
          </p:cNvPr>
          <p:cNvSpPr>
            <a:spLocks noGrp="1"/>
          </p:cNvSpPr>
          <p:nvPr>
            <p:ph type="title"/>
          </p:nvPr>
        </p:nvSpPr>
        <p:spPr>
          <a:xfrm>
            <a:off x="1767840" y="1210491"/>
            <a:ext cx="8691742" cy="4728755"/>
          </a:xfrm>
        </p:spPr>
        <p:txBody>
          <a:bodyPr/>
          <a:lstStyle/>
          <a:p>
            <a:endParaRPr lang="en-IN" dirty="0"/>
          </a:p>
        </p:txBody>
      </p:sp>
      <p:pic>
        <p:nvPicPr>
          <p:cNvPr id="4" name="Picture 3">
            <a:extLst>
              <a:ext uri="{FF2B5EF4-FFF2-40B4-BE49-F238E27FC236}">
                <a16:creationId xmlns:a16="http://schemas.microsoft.com/office/drawing/2014/main" id="{10C9A8D3-E6BB-871E-3946-1B40E180321E}"/>
              </a:ext>
            </a:extLst>
          </p:cNvPr>
          <p:cNvPicPr>
            <a:picLocks noChangeAspect="1"/>
          </p:cNvPicPr>
          <p:nvPr/>
        </p:nvPicPr>
        <p:blipFill>
          <a:blip r:embed="rId2"/>
          <a:stretch>
            <a:fillRect/>
          </a:stretch>
        </p:blipFill>
        <p:spPr>
          <a:xfrm>
            <a:off x="1669410" y="1107749"/>
            <a:ext cx="9894704" cy="5437993"/>
          </a:xfrm>
          <a:prstGeom prst="rect">
            <a:avLst/>
          </a:prstGeom>
        </p:spPr>
      </p:pic>
      <p:sp>
        <p:nvSpPr>
          <p:cNvPr id="6" name="TextBox 5">
            <a:extLst>
              <a:ext uri="{FF2B5EF4-FFF2-40B4-BE49-F238E27FC236}">
                <a16:creationId xmlns:a16="http://schemas.microsoft.com/office/drawing/2014/main" id="{88104ABD-15CF-F2EA-345F-B6D7D9F2B9CC}"/>
              </a:ext>
            </a:extLst>
          </p:cNvPr>
          <p:cNvSpPr txBox="1"/>
          <p:nvPr/>
        </p:nvSpPr>
        <p:spPr>
          <a:xfrm>
            <a:off x="4194497" y="0"/>
            <a:ext cx="8467288"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1170725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175F-19D3-0A2F-A7F5-11A0F048BCC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51D303-BEA3-778F-ABB8-7B744D896491}"/>
              </a:ext>
            </a:extLst>
          </p:cNvPr>
          <p:cNvSpPr>
            <a:spLocks noGrp="1"/>
          </p:cNvSpPr>
          <p:nvPr>
            <p:ph type="title"/>
          </p:nvPr>
        </p:nvSpPr>
        <p:spPr>
          <a:xfrm>
            <a:off x="1767840" y="1210491"/>
            <a:ext cx="8691742" cy="4728755"/>
          </a:xfrm>
        </p:spPr>
        <p:txBody>
          <a:bodyPr/>
          <a:lstStyle/>
          <a:p>
            <a:endParaRPr lang="en-IN" dirty="0"/>
          </a:p>
        </p:txBody>
      </p:sp>
      <p:pic>
        <p:nvPicPr>
          <p:cNvPr id="3" name="Picture 2">
            <a:extLst>
              <a:ext uri="{FF2B5EF4-FFF2-40B4-BE49-F238E27FC236}">
                <a16:creationId xmlns:a16="http://schemas.microsoft.com/office/drawing/2014/main" id="{EE7170A8-A775-4867-0716-CD6DF1B397E5}"/>
              </a:ext>
            </a:extLst>
          </p:cNvPr>
          <p:cNvPicPr>
            <a:picLocks noChangeAspect="1"/>
          </p:cNvPicPr>
          <p:nvPr/>
        </p:nvPicPr>
        <p:blipFill>
          <a:blip r:embed="rId2"/>
          <a:stretch>
            <a:fillRect/>
          </a:stretch>
        </p:blipFill>
        <p:spPr>
          <a:xfrm>
            <a:off x="1732418" y="841375"/>
            <a:ext cx="10250330" cy="5638461"/>
          </a:xfrm>
          <a:prstGeom prst="rect">
            <a:avLst/>
          </a:prstGeom>
        </p:spPr>
      </p:pic>
      <p:sp>
        <p:nvSpPr>
          <p:cNvPr id="6" name="TextBox 5">
            <a:extLst>
              <a:ext uri="{FF2B5EF4-FFF2-40B4-BE49-F238E27FC236}">
                <a16:creationId xmlns:a16="http://schemas.microsoft.com/office/drawing/2014/main" id="{2599FCF8-5A4E-2B50-A842-2D37ECA82470}"/>
              </a:ext>
            </a:extLst>
          </p:cNvPr>
          <p:cNvSpPr txBox="1"/>
          <p:nvPr/>
        </p:nvSpPr>
        <p:spPr>
          <a:xfrm>
            <a:off x="4135773" y="8832"/>
            <a:ext cx="8979489" cy="369332"/>
          </a:xfrm>
          <a:prstGeom prst="rect">
            <a:avLst/>
          </a:prstGeom>
          <a:noFill/>
        </p:spPr>
        <p:txBody>
          <a:bodyPr wrap="square" rtlCol="0">
            <a:spAutoFit/>
          </a:bodyPr>
          <a:lstStyle/>
          <a:p>
            <a:r>
              <a:rPr lang="en-US" b="1">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3969756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4033E1-D053-1A93-1A03-A325C890B5E5}"/>
              </a:ext>
            </a:extLst>
          </p:cNvPr>
          <p:cNvSpPr>
            <a:spLocks noGrp="1"/>
          </p:cNvSpPr>
          <p:nvPr>
            <p:ph type="title"/>
          </p:nvPr>
        </p:nvSpPr>
        <p:spPr>
          <a:xfrm>
            <a:off x="2223081" y="405033"/>
            <a:ext cx="9186695" cy="812804"/>
          </a:xfrm>
        </p:spPr>
        <p: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RESULTS &amp; DISCUSSION</a:t>
            </a:r>
          </a:p>
        </p:txBody>
      </p:sp>
      <p:pic>
        <p:nvPicPr>
          <p:cNvPr id="7" name="Content Placeholder 6">
            <a:extLst>
              <a:ext uri="{FF2B5EF4-FFF2-40B4-BE49-F238E27FC236}">
                <a16:creationId xmlns:a16="http://schemas.microsoft.com/office/drawing/2014/main" id="{A6218E3A-EE8A-A801-D41A-2E87560CD7A6}"/>
              </a:ext>
            </a:extLst>
          </p:cNvPr>
          <p:cNvPicPr>
            <a:picLocks noGrp="1" noChangeAspect="1"/>
          </p:cNvPicPr>
          <p:nvPr>
            <p:ph idx="1"/>
          </p:nvPr>
        </p:nvPicPr>
        <p:blipFill>
          <a:blip r:embed="rId2"/>
          <a:stretch>
            <a:fillRect/>
          </a:stretch>
        </p:blipFill>
        <p:spPr>
          <a:xfrm>
            <a:off x="2223082" y="1217837"/>
            <a:ext cx="8039959" cy="2456541"/>
          </a:xfrm>
        </p:spPr>
      </p:pic>
      <p:pic>
        <p:nvPicPr>
          <p:cNvPr id="9" name="Picture 8">
            <a:extLst>
              <a:ext uri="{FF2B5EF4-FFF2-40B4-BE49-F238E27FC236}">
                <a16:creationId xmlns:a16="http://schemas.microsoft.com/office/drawing/2014/main" id="{E516018D-1572-01AC-B224-8F155501CC5B}"/>
              </a:ext>
            </a:extLst>
          </p:cNvPr>
          <p:cNvPicPr>
            <a:picLocks noChangeAspect="1"/>
          </p:cNvPicPr>
          <p:nvPr/>
        </p:nvPicPr>
        <p:blipFill>
          <a:blip r:embed="rId3"/>
          <a:stretch>
            <a:fillRect/>
          </a:stretch>
        </p:blipFill>
        <p:spPr>
          <a:xfrm>
            <a:off x="2223081" y="3674378"/>
            <a:ext cx="8039959" cy="2891858"/>
          </a:xfrm>
          <a:prstGeom prst="rect">
            <a:avLst/>
          </a:prstGeom>
        </p:spPr>
      </p:pic>
      <p:sp>
        <p:nvSpPr>
          <p:cNvPr id="12" name="TextBox 11">
            <a:extLst>
              <a:ext uri="{FF2B5EF4-FFF2-40B4-BE49-F238E27FC236}">
                <a16:creationId xmlns:a16="http://schemas.microsoft.com/office/drawing/2014/main" id="{BFFBB178-1402-1A4E-C05A-76F459664E57}"/>
              </a:ext>
            </a:extLst>
          </p:cNvPr>
          <p:cNvSpPr txBox="1"/>
          <p:nvPr/>
        </p:nvSpPr>
        <p:spPr>
          <a:xfrm>
            <a:off x="4211274" y="-77568"/>
            <a:ext cx="8605007"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p:txBody>
      </p:sp>
    </p:spTree>
    <p:extLst>
      <p:ext uri="{BB962C8B-B14F-4D97-AF65-F5344CB8AC3E}">
        <p14:creationId xmlns:p14="http://schemas.microsoft.com/office/powerpoint/2010/main" val="1167173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66EC71-B80F-B0A6-11D4-70161CEB0854}"/>
              </a:ext>
            </a:extLst>
          </p:cNvPr>
          <p:cNvSpPr>
            <a:spLocks noGrp="1"/>
          </p:cNvSpPr>
          <p:nvPr>
            <p:ph type="title"/>
          </p:nvPr>
        </p:nvSpPr>
        <p:spPr>
          <a:xfrm>
            <a:off x="1571106" y="1350818"/>
            <a:ext cx="9930938" cy="4507874"/>
          </a:xfrm>
        </p:spPr>
        <p:txBody>
          <a:bodyPr/>
          <a:lstStyle/>
          <a:p>
            <a:br>
              <a:rPr lang="en-US" dirty="0"/>
            </a:br>
            <a:br>
              <a:rPr lang="en-US" dirty="0"/>
            </a:br>
            <a:br>
              <a:rPr lang="en-US" dirty="0"/>
            </a:br>
            <a:br>
              <a:rPr lang="en-US" dirty="0"/>
            </a:br>
            <a:br>
              <a:rPr lang="en-US" dirty="0"/>
            </a:br>
            <a:r>
              <a:rPr lang="en-US" sz="1800" dirty="0">
                <a:latin typeface="Times New Roman" panose="02020603050405020304" pitchFamily="18" charset="0"/>
                <a:cs typeface="Times New Roman" panose="02020603050405020304" pitchFamily="18" charset="0"/>
              </a:rPr>
              <a:t>PSNR (Peak Signal-to-Noise Ratio)</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SSIM (Structural Similarity Index)</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PSNR&amp;SSIM metrics determines that the image is recovered losslessly or not. PSNR Inf  dB and SSIM value 1 indicates the image is recovered successfully.</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1E72034-4203-BE8D-1E6B-EC2EA833CF96}"/>
              </a:ext>
            </a:extLst>
          </p:cNvPr>
          <p:cNvPicPr>
            <a:picLocks noChangeAspect="1"/>
          </p:cNvPicPr>
          <p:nvPr/>
        </p:nvPicPr>
        <p:blipFill>
          <a:blip r:embed="rId2"/>
          <a:srcRect t="2134" b="2134"/>
          <a:stretch>
            <a:fillRect/>
          </a:stretch>
        </p:blipFill>
        <p:spPr>
          <a:xfrm>
            <a:off x="1571106" y="1565302"/>
            <a:ext cx="9781108" cy="1723182"/>
          </a:xfrm>
          <a:prstGeom prst="rect">
            <a:avLst/>
          </a:prstGeom>
        </p:spPr>
      </p:pic>
      <p:sp>
        <p:nvSpPr>
          <p:cNvPr id="7" name="TextBox 6">
            <a:extLst>
              <a:ext uri="{FF2B5EF4-FFF2-40B4-BE49-F238E27FC236}">
                <a16:creationId xmlns:a16="http://schemas.microsoft.com/office/drawing/2014/main" id="{6BC9ED40-7140-D81F-B1C7-6ABAC1602BB0}"/>
              </a:ext>
            </a:extLst>
          </p:cNvPr>
          <p:cNvSpPr txBox="1"/>
          <p:nvPr/>
        </p:nvSpPr>
        <p:spPr>
          <a:xfrm>
            <a:off x="4169328" y="0"/>
            <a:ext cx="9152389" cy="646331"/>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HIGH - CAPACITY REVERSIBLE DATA HIDING IN ENCRYPTED IMAGES</a:t>
            </a:r>
            <a:endParaRPr lang="en-GB" dirty="0"/>
          </a:p>
          <a:p>
            <a:endParaRPr lang="en-IN" dirty="0"/>
          </a:p>
        </p:txBody>
      </p:sp>
    </p:spTree>
    <p:extLst>
      <p:ext uri="{BB962C8B-B14F-4D97-AF65-F5344CB8AC3E}">
        <p14:creationId xmlns:p14="http://schemas.microsoft.com/office/powerpoint/2010/main" val="597900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F5A8-55AA-54E5-199B-7956577716D3}"/>
              </a:ext>
            </a:extLst>
          </p:cNvPr>
          <p:cNvSpPr>
            <a:spLocks noGrp="1"/>
          </p:cNvSpPr>
          <p:nvPr>
            <p:ph type="title"/>
          </p:nvPr>
        </p:nvSpPr>
        <p:spPr>
          <a:xfrm>
            <a:off x="1992087" y="624110"/>
            <a:ext cx="9512526" cy="725719"/>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A2EC1FC-80C8-6776-1E47-89DC31C35916}"/>
              </a:ext>
            </a:extLst>
          </p:cNvPr>
          <p:cNvSpPr>
            <a:spLocks noGrp="1"/>
          </p:cNvSpPr>
          <p:nvPr>
            <p:ph idx="1"/>
          </p:nvPr>
        </p:nvSpPr>
        <p:spPr>
          <a:xfrm>
            <a:off x="1992086" y="1469571"/>
            <a:ext cx="9512526" cy="4441651"/>
          </a:xfrm>
        </p:spPr>
        <p:txBody>
          <a:bodyPr>
            <a:normAutofit/>
          </a:bodyPr>
          <a:lstStyle/>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r>
              <a:rPr lang="en-US" dirty="0">
                <a:latin typeface="Times New Roman" panose="02020603050405020304" pitchFamily="18" charset="0"/>
                <a:cs typeface="Times New Roman" panose="02020603050405020304" pitchFamily="18" charset="0"/>
              </a:rPr>
              <a:t>,” IEEE Trans. Inf. Forensics Secur., vol. 13, no. 7, pp. 1067–1681, Jan. 2018.</a:t>
            </a:r>
          </a:p>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EPE-based huge-capacity reversible data hiding in encrypted images,</a:t>
            </a:r>
            <a:r>
              <a:rPr lang="en-US" dirty="0">
                <a:latin typeface="Times New Roman" panose="02020603050405020304" pitchFamily="18" charset="0"/>
                <a:cs typeface="Times New Roman" panose="02020603050405020304" pitchFamily="18" charset="0"/>
              </a:rPr>
              <a:t>” in Proc. IEEE Int. Workshop Inf. Forensics Secur., Dec. 2018, pp. 1–7</a:t>
            </a:r>
            <a:r>
              <a:rPr lang="en-US" dirty="0"/>
              <a:t>.</a:t>
            </a:r>
          </a:p>
          <a:p>
            <a:pPr algn="just"/>
            <a:r>
              <a:rPr lang="en-IN" dirty="0">
                <a:latin typeface="Times New Roman" panose="02020603050405020304" pitchFamily="18" charset="0"/>
                <a:cs typeface="Times New Roman" panose="02020603050405020304" pitchFamily="18" charset="0"/>
              </a:rPr>
              <a:t>Y. Puyang, Z. Yin, and Z. Qian, “</a:t>
            </a:r>
            <a:r>
              <a:rPr lang="en-IN" b="1" dirty="0">
                <a:latin typeface="Times New Roman" panose="02020603050405020304" pitchFamily="18" charset="0"/>
                <a:cs typeface="Times New Roman" panose="02020603050405020304" pitchFamily="18" charset="0"/>
              </a:rPr>
              <a:t>Reversible data hiding in encrypted images with two-MSB prediction</a:t>
            </a:r>
            <a:r>
              <a:rPr lang="en-IN" dirty="0">
                <a:latin typeface="Times New Roman" panose="02020603050405020304" pitchFamily="18" charset="0"/>
                <a:cs typeface="Times New Roman" panose="02020603050405020304" pitchFamily="18" charset="0"/>
              </a:rPr>
              <a:t>,” in Proc. IEEE Int. Workshop Inf. Forensics </a:t>
            </a:r>
            <a:r>
              <a:rPr lang="en-IN" dirty="0" err="1">
                <a:latin typeface="Times New Roman" panose="02020603050405020304" pitchFamily="18" charset="0"/>
                <a:cs typeface="Times New Roman" panose="02020603050405020304" pitchFamily="18" charset="0"/>
              </a:rPr>
              <a:t>Secur</a:t>
            </a:r>
            <a:r>
              <a:rPr lang="en-IN" dirty="0">
                <a:latin typeface="Times New Roman" panose="02020603050405020304" pitchFamily="18" charset="0"/>
                <a:cs typeface="Times New Roman" panose="02020603050405020304" pitchFamily="18" charset="0"/>
              </a:rPr>
              <a:t>., Dec. 2018, pp. 1–7</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 .Yi and Y. Zhou, “</a:t>
            </a:r>
            <a:r>
              <a:rPr lang="en-US" b="1" dirty="0">
                <a:latin typeface="Times New Roman" panose="02020603050405020304" pitchFamily="18" charset="0"/>
                <a:cs typeface="Times New Roman" panose="02020603050405020304" pitchFamily="18" charset="0"/>
              </a:rPr>
              <a:t>Separable and reversible data hiding in encrypted images using parametric binary tree labeling</a:t>
            </a:r>
            <a:r>
              <a:rPr lang="en-US" dirty="0">
                <a:latin typeface="Times New Roman" panose="02020603050405020304" pitchFamily="18" charset="0"/>
                <a:cs typeface="Times New Roman" panose="02020603050405020304" pitchFamily="18" charset="0"/>
              </a:rPr>
              <a:t>,” IEEE Trans. Multimedia, vol. 21, no. 1, pp. 51–64, Jan. 2019</a:t>
            </a:r>
            <a:r>
              <a:rPr lang="en-US" dirty="0"/>
              <a:t>.</a:t>
            </a:r>
          </a:p>
          <a:p>
            <a:pPr algn="just"/>
            <a:r>
              <a:rPr lang="en-US" dirty="0">
                <a:latin typeface="Times New Roman" panose="02020603050405020304" pitchFamily="18" charset="0"/>
                <a:cs typeface="Times New Roman" panose="02020603050405020304" pitchFamily="18" charset="0"/>
              </a:rPr>
              <a:t>K. Chen and C. C. Chang, “</a:t>
            </a:r>
            <a:r>
              <a:rPr lang="en-US" b="1" dirty="0">
                <a:latin typeface="Times New Roman" panose="02020603050405020304" pitchFamily="18" charset="0"/>
                <a:cs typeface="Times New Roman" panose="02020603050405020304" pitchFamily="18" charset="0"/>
              </a:rPr>
              <a:t>High-capacity reversible data hiding in encrypted images based on extended run-length coding and block-based MSB plane rearrangement,” </a:t>
            </a:r>
            <a:r>
              <a:rPr lang="en-US" dirty="0">
                <a:latin typeface="Times New Roman" panose="02020603050405020304" pitchFamily="18" charset="0"/>
                <a:cs typeface="Times New Roman" panose="02020603050405020304" pitchFamily="18" charset="0"/>
              </a:rPr>
              <a:t>J. Vis. Commun. Image Representation, vol. 58, pp. 334–344, 2019</a:t>
            </a:r>
            <a:r>
              <a:rPr lang="en-US" dirty="0"/>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549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9569-B205-F995-4003-0F751466AAFA}"/>
              </a:ext>
            </a:extLst>
          </p:cNvPr>
          <p:cNvSpPr>
            <a:spLocks noGrp="1"/>
          </p:cNvSpPr>
          <p:nvPr>
            <p:ph type="title"/>
          </p:nvPr>
        </p:nvSpPr>
        <p:spPr>
          <a:xfrm>
            <a:off x="2592924" y="624109"/>
            <a:ext cx="8911687" cy="4821193"/>
          </a:xfrm>
        </p:spPr>
        <p:txBody>
          <a:bodyPr>
            <a:normAutofit fontScale="90000"/>
          </a:bodyPr>
          <a:lstStyle/>
          <a:p>
            <a:r>
              <a:rPr lang="en-IN" dirty="0"/>
              <a:t> </a:t>
            </a:r>
            <a:br>
              <a:rPr lang="en-IN" dirty="0"/>
            </a:br>
            <a:br>
              <a:rPr lang="en-IN" dirty="0"/>
            </a:br>
            <a:br>
              <a:rPr lang="en-IN" dirty="0"/>
            </a:br>
            <a:br>
              <a:rPr lang="en-IN" dirty="0"/>
            </a:br>
            <a:r>
              <a:rPr lang="en-IN" sz="10700" b="1" dirty="0">
                <a:latin typeface="Times New Roman" panose="02020603050405020304" pitchFamily="18" charset="0"/>
                <a:cs typeface="Times New Roman" panose="02020603050405020304" pitchFamily="18" charset="0"/>
              </a:rPr>
              <a:t>THANK YOU</a:t>
            </a:r>
            <a:br>
              <a:rPr lang="en-IN" sz="8000" b="1" dirty="0">
                <a:latin typeface="Baskerville Old Face" panose="02020602080505020303" pitchFamily="18" charset="0"/>
              </a:rPr>
            </a:br>
            <a:br>
              <a:rPr lang="en-IN" sz="8000" b="1" dirty="0">
                <a:latin typeface="Baskerville Old Face" panose="02020602080505020303" pitchFamily="18" charset="0"/>
              </a:rPr>
            </a:br>
            <a:br>
              <a:rPr lang="en-IN" dirty="0"/>
            </a:br>
            <a:br>
              <a:rPr lang="en-IN" dirty="0"/>
            </a:br>
            <a:br>
              <a:rPr lang="en-IN" dirty="0"/>
            </a:br>
            <a:br>
              <a:rPr lang="en-IN" dirty="0"/>
            </a:br>
            <a:br>
              <a:rPr lang="en-IN" dirty="0"/>
            </a:br>
            <a:br>
              <a:rPr lang="en-IN" dirty="0"/>
            </a:br>
            <a:endParaRPr lang="en-IN" dirty="0"/>
          </a:p>
        </p:txBody>
      </p:sp>
    </p:spTree>
    <p:extLst>
      <p:ext uri="{BB962C8B-B14F-4D97-AF65-F5344CB8AC3E}">
        <p14:creationId xmlns:p14="http://schemas.microsoft.com/office/powerpoint/2010/main" val="1094831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680</TotalTime>
  <Words>2044</Words>
  <Application>Microsoft Office PowerPoint</Application>
  <PresentationFormat>Widescreen</PresentationFormat>
  <Paragraphs>196</Paragraphs>
  <Slides>36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Baskerville Old Face</vt:lpstr>
      <vt:lpstr>Calibri</vt:lpstr>
      <vt:lpstr>Century Gothic</vt:lpstr>
      <vt:lpstr>Times New Roman</vt:lpstr>
      <vt:lpstr>Wingdings 3</vt:lpstr>
      <vt:lpstr>Wisp</vt:lpstr>
      <vt:lpstr>REVERSIBLE DATA HIDING IN ENCRYPTED IMAGES BASED ON MULTI-MSB PREDICTION AND HUFFMAN CODING </vt:lpstr>
      <vt:lpstr>CONTENTS</vt:lpstr>
      <vt:lpstr>PROBLEM STATEMENT</vt:lpstr>
      <vt:lpstr>LITERATURE SURVEY</vt:lpstr>
      <vt:lpstr>EXISTING METHODS </vt:lpstr>
      <vt:lpstr>HIGH - CAPACITY REVERSIBLE DATA HIDING IN ENCRYPTED IMAGES</vt:lpstr>
      <vt:lpstr>01. HIGH - CAPACITY REVERSIBLE DATA HIDING IN ENCRYPTED IMAGES</vt:lpstr>
      <vt:lpstr>BLOCK DIAGRAM</vt:lpstr>
      <vt:lpstr>ALGORITHM</vt:lpstr>
      <vt:lpstr>PowerPoint Presentation</vt:lpstr>
      <vt:lpstr>PowerPoint Presentation</vt:lpstr>
      <vt:lpstr>05.(b)Image recovery Generate pseudo-random sequence s (i, j) using K_e for each pixel pew (i, j) in Iew do     Decrypt pixel: p'(i, j) ← pew (i, j) XOR s (i, j)     Predict MSB using adjacent pixels:     Δ0 ← |pred (i, j) - p'(i, j) MSB=0|     Δ1 ← |pred (i, j) - p'(i, j) MSB=1|     if Δ0 &lt; Δ1 then         Assign p'(i, j) ← p'(i, j) MSB=0     else         Assign p'(i, j) ← p'(i, j) MSB=1     end if end for  Output: Recovered Image , Extracted Message </vt:lpstr>
      <vt:lpstr>PROS</vt:lpstr>
      <vt:lpstr>CONS</vt:lpstr>
      <vt:lpstr>RDHEI USING  PARAMETRIC BINARY TREE LABELING</vt:lpstr>
      <vt:lpstr>02.RDHEI USING PARAMETRIC BINARY TREE LABELING</vt:lpstr>
      <vt:lpstr>BLOCK DIAGRAM</vt:lpstr>
      <vt:lpstr>ALGORITHM</vt:lpstr>
      <vt:lpstr> Phase 2:PBTL-DE   Divide I into equal size non-overlapping blocks.    Classify pixels into four groups: Pr, Ps, Pe, and Pn.   Label P_e using PBTL with parameters α and β   Construct the payload P, consisting of:          - The secret data M,          - The first β bits of each pixel in Pn,          - 8 bits in Ps.    for each pixel in Pe do:          a. Calculate the difference value e.          b. Reconstruct the pixel by replacing α labeling bits and (8 - α) payload bits.    end for  for each pixel in Pn do:          a. Replace the first β bits with '0...0' (β zeros).          b. Keep the remaining (8 - β) bits unmodified.    end for   Convert α and β into binary bits.    Store the binary bits of α and β into Ps by bit replacement.    Output the marked image Î.  </vt:lpstr>
      <vt:lpstr>PowerPoint Presentation</vt:lpstr>
      <vt:lpstr>PROS</vt:lpstr>
      <vt:lpstr>CONS</vt:lpstr>
      <vt:lpstr>IMPLEMENTATION OF METHOD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&amp; DISCUSSION</vt:lpstr>
      <vt:lpstr>     PSNR (Peak Signal-to-Noise Ratio) SSIM (Structural Similarity Index)  PSNR&amp;SSIM metrics determines that the image is recovered losslessly or not. PSNR Inf  dB and SSIM value 1 indicates the image is recovered successfully.</vt:lpstr>
      <vt:lpstr>REFERENCES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REVERSIBLE DATA HIDING IN ENCRYPTED IMAGES BASED ON MULTI-MSB PREDICTION AND HUFFMAN CODING </dc:title>
  <dc:creator>Vishnukaivalya Gudapati</dc:creator>
  <cp:lastModifiedBy>Vishnukaivalya Gudapati</cp:lastModifiedBy>
  <cp:revision>23</cp:revision>
  <dcterms:created xsi:type="dcterms:W3CDTF">2024-12-26T14:17:33Z</dcterms:created>
  <dcterms:modified xsi:type="dcterms:W3CDTF">2025-06-12T07:48:31Z</dcterms:modified>
</cp:coreProperties>
</file>